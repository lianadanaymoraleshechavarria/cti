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3" r:id="rId4"/>
    <p:sldId id="262" r:id="rId5"/>
    <p:sldId id="261" r:id="rId6"/>
    <p:sldId id="276" r:id="rId7"/>
    <p:sldId id="258" r:id="rId8"/>
    <p:sldId id="259" r:id="rId9"/>
    <p:sldId id="260" r:id="rId10"/>
    <p:sldId id="27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5247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2220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549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26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856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505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222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4150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1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7504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4141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399B4-C450-49F4-A4B0-8207B79C7517}" type="datetimeFigureOut">
              <a:rPr lang="es-ES" smtClean="0"/>
              <a:t>05/10/2021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0DBCE-8789-4542-ABE0-EB2D0DA47AF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907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4500612" y="876594"/>
            <a:ext cx="1005224" cy="379328"/>
            <a:chOff x="5579752" y="1074839"/>
            <a:chExt cx="739834" cy="213321"/>
          </a:xfrm>
        </p:grpSpPr>
        <p:sp>
          <p:nvSpPr>
            <p:cNvPr id="5" name="Rectángulo 4"/>
            <p:cNvSpPr/>
            <p:nvPr/>
          </p:nvSpPr>
          <p:spPr>
            <a:xfrm>
              <a:off x="5579752" y="1074839"/>
              <a:ext cx="739834" cy="21332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579752" y="1074839"/>
              <a:ext cx="739834" cy="2133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Rector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3793272" y="1467514"/>
            <a:ext cx="707340" cy="256107"/>
            <a:chOff x="4946863" y="1456698"/>
            <a:chExt cx="707340" cy="256107"/>
          </a:xfrm>
        </p:grpSpPr>
        <p:sp>
          <p:nvSpPr>
            <p:cNvPr id="8" name="Rectángulo 7"/>
            <p:cNvSpPr/>
            <p:nvPr/>
          </p:nvSpPr>
          <p:spPr>
            <a:xfrm>
              <a:off x="4946863" y="1456698"/>
              <a:ext cx="707340" cy="25610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ángulo 8"/>
            <p:cNvSpPr/>
            <p:nvPr/>
          </p:nvSpPr>
          <p:spPr>
            <a:xfrm>
              <a:off x="4946863" y="1456698"/>
              <a:ext cx="707340" cy="2561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VR 1ro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5505836" y="1585809"/>
            <a:ext cx="1410159" cy="424110"/>
            <a:chOff x="6173477" y="1755285"/>
            <a:chExt cx="973558" cy="280850"/>
          </a:xfrm>
        </p:grpSpPr>
        <p:sp>
          <p:nvSpPr>
            <p:cNvPr id="11" name="Rectángulo 10"/>
            <p:cNvSpPr/>
            <p:nvPr/>
          </p:nvSpPr>
          <p:spPr>
            <a:xfrm>
              <a:off x="6173477" y="1755285"/>
              <a:ext cx="973558" cy="28085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ángulo 11"/>
            <p:cNvSpPr/>
            <p:nvPr/>
          </p:nvSpPr>
          <p:spPr>
            <a:xfrm>
              <a:off x="6173477" y="1755285"/>
              <a:ext cx="973558" cy="2808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Vicerrectores (4)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180028" y="2790693"/>
            <a:ext cx="937185" cy="456341"/>
            <a:chOff x="525994" y="2228826"/>
            <a:chExt cx="937185" cy="456341"/>
          </a:xfrm>
        </p:grpSpPr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ángulo 2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Secretaría General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1307009" y="2801657"/>
            <a:ext cx="873382" cy="564944"/>
            <a:chOff x="1652975" y="2239790"/>
            <a:chExt cx="873382" cy="466420"/>
          </a:xfrm>
        </p:grpSpPr>
        <p:sp>
          <p:nvSpPr>
            <p:cNvPr id="21" name="Rectángulo 20"/>
            <p:cNvSpPr/>
            <p:nvPr/>
          </p:nvSpPr>
          <p:spPr>
            <a:xfrm>
              <a:off x="1666197" y="2239790"/>
              <a:ext cx="860160" cy="42994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Rectángulo 21"/>
            <p:cNvSpPr/>
            <p:nvPr/>
          </p:nvSpPr>
          <p:spPr>
            <a:xfrm>
              <a:off x="1652975" y="2276264"/>
              <a:ext cx="860160" cy="4299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General 1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2368676" y="2793116"/>
            <a:ext cx="854572" cy="559932"/>
            <a:chOff x="2716153" y="2239790"/>
            <a:chExt cx="854572" cy="559932"/>
          </a:xfrm>
        </p:grpSpPr>
        <p:sp>
          <p:nvSpPr>
            <p:cNvPr id="19" name="Rectángulo 18"/>
            <p:cNvSpPr/>
            <p:nvPr/>
          </p:nvSpPr>
          <p:spPr>
            <a:xfrm>
              <a:off x="2716153" y="2239790"/>
              <a:ext cx="854572" cy="55993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Rectángulo 19"/>
            <p:cNvSpPr/>
            <p:nvPr/>
          </p:nvSpPr>
          <p:spPr>
            <a:xfrm>
              <a:off x="2716153" y="2239790"/>
              <a:ext cx="854572" cy="5599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General 2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3411534" y="2786320"/>
            <a:ext cx="910662" cy="580281"/>
            <a:chOff x="3757500" y="2224453"/>
            <a:chExt cx="910662" cy="580281"/>
          </a:xfrm>
        </p:grpSpPr>
        <p:sp>
          <p:nvSpPr>
            <p:cNvPr id="17" name="Rectángulo 16"/>
            <p:cNvSpPr/>
            <p:nvPr/>
          </p:nvSpPr>
          <p:spPr>
            <a:xfrm>
              <a:off x="3757500" y="2224453"/>
              <a:ext cx="910662" cy="58028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ángulo 17"/>
            <p:cNvSpPr/>
            <p:nvPr/>
          </p:nvSpPr>
          <p:spPr>
            <a:xfrm>
              <a:off x="3757500" y="2224453"/>
              <a:ext cx="910662" cy="5802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General 3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5136877" y="2763917"/>
            <a:ext cx="1015202" cy="638678"/>
            <a:chOff x="5960887" y="2279246"/>
            <a:chExt cx="1015202" cy="638678"/>
          </a:xfrm>
          <a:solidFill>
            <a:srgbClr val="00B050"/>
          </a:solidFill>
        </p:grpSpPr>
        <p:sp>
          <p:nvSpPr>
            <p:cNvPr id="38" name="Rectángulo 37"/>
            <p:cNvSpPr/>
            <p:nvPr/>
          </p:nvSpPr>
          <p:spPr>
            <a:xfrm>
              <a:off x="5960887" y="2279246"/>
              <a:ext cx="1015202" cy="63867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Rectángulo 38"/>
            <p:cNvSpPr/>
            <p:nvPr/>
          </p:nvSpPr>
          <p:spPr>
            <a:xfrm>
              <a:off x="5960887" y="2279246"/>
              <a:ext cx="1015202" cy="63867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Formación de Pregrado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8582152" y="2760987"/>
            <a:ext cx="1364247" cy="918497"/>
            <a:chOff x="6516335" y="4361017"/>
            <a:chExt cx="336182" cy="240236"/>
          </a:xfrm>
          <a:solidFill>
            <a:schemeClr val="accent4">
              <a:lumMod val="75000"/>
            </a:schemeClr>
          </a:solidFill>
        </p:grpSpPr>
        <p:sp>
          <p:nvSpPr>
            <p:cNvPr id="41" name="Rectángulo 40"/>
            <p:cNvSpPr/>
            <p:nvPr/>
          </p:nvSpPr>
          <p:spPr>
            <a:xfrm>
              <a:off x="6516335" y="4361017"/>
              <a:ext cx="336182" cy="240236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Rectángulo 41"/>
            <p:cNvSpPr/>
            <p:nvPr/>
          </p:nvSpPr>
          <p:spPr>
            <a:xfrm>
              <a:off x="6516335" y="4361017"/>
              <a:ext cx="336182" cy="24023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 Ciencia Tecnología e Innovación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7253419" y="2763917"/>
            <a:ext cx="1279129" cy="915567"/>
            <a:chOff x="7053847" y="2234557"/>
            <a:chExt cx="736803" cy="681412"/>
          </a:xfrm>
          <a:solidFill>
            <a:schemeClr val="accent4">
              <a:lumMod val="75000"/>
            </a:schemeClr>
          </a:solidFill>
        </p:grpSpPr>
        <p:sp>
          <p:nvSpPr>
            <p:cNvPr id="44" name="Rectángulo 43"/>
            <p:cNvSpPr/>
            <p:nvPr/>
          </p:nvSpPr>
          <p:spPr>
            <a:xfrm>
              <a:off x="7053847" y="2234557"/>
              <a:ext cx="736803" cy="681412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ectángulo 44"/>
            <p:cNvSpPr/>
            <p:nvPr/>
          </p:nvSpPr>
          <p:spPr>
            <a:xfrm>
              <a:off x="7053847" y="2234557"/>
              <a:ext cx="736803" cy="68141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Educación de Postgrado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6" name="Grupo 45"/>
          <p:cNvGrpSpPr/>
          <p:nvPr/>
        </p:nvGrpSpPr>
        <p:grpSpPr>
          <a:xfrm>
            <a:off x="5313346" y="4031007"/>
            <a:ext cx="1099978" cy="757150"/>
            <a:chOff x="11207926" y="2821769"/>
            <a:chExt cx="329625" cy="272872"/>
          </a:xfrm>
          <a:solidFill>
            <a:schemeClr val="bg2">
              <a:lumMod val="50000"/>
            </a:schemeClr>
          </a:solidFill>
        </p:grpSpPr>
        <p:sp>
          <p:nvSpPr>
            <p:cNvPr id="50" name="Rectángulo 49"/>
            <p:cNvSpPr/>
            <p:nvPr/>
          </p:nvSpPr>
          <p:spPr>
            <a:xfrm>
              <a:off x="11207926" y="2821769"/>
              <a:ext cx="329625" cy="272872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ectángulo 50"/>
            <p:cNvSpPr/>
            <p:nvPr/>
          </p:nvSpPr>
          <p:spPr>
            <a:xfrm>
              <a:off x="11207926" y="2821769"/>
              <a:ext cx="329625" cy="27287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Extensión Universitaria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7" name="Grupo 46"/>
          <p:cNvGrpSpPr/>
          <p:nvPr/>
        </p:nvGrpSpPr>
        <p:grpSpPr>
          <a:xfrm>
            <a:off x="6675295" y="4031007"/>
            <a:ext cx="1184931" cy="763761"/>
            <a:chOff x="11687370" y="2804141"/>
            <a:chExt cx="367776" cy="299141"/>
          </a:xfrm>
          <a:solidFill>
            <a:schemeClr val="bg2">
              <a:lumMod val="50000"/>
            </a:schemeClr>
          </a:solidFill>
        </p:grpSpPr>
        <p:sp>
          <p:nvSpPr>
            <p:cNvPr id="48" name="Rectángulo 47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9" name="Rectángulo 48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Residencia Estudiantil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2" name="Grupo 51"/>
          <p:cNvGrpSpPr/>
          <p:nvPr/>
        </p:nvGrpSpPr>
        <p:grpSpPr>
          <a:xfrm>
            <a:off x="176460" y="4031007"/>
            <a:ext cx="913819" cy="536652"/>
            <a:chOff x="2025704" y="3544952"/>
            <a:chExt cx="913819" cy="536652"/>
          </a:xfrm>
        </p:grpSpPr>
        <p:sp>
          <p:nvSpPr>
            <p:cNvPr id="53" name="Rectángulo 52"/>
            <p:cNvSpPr/>
            <p:nvPr/>
          </p:nvSpPr>
          <p:spPr>
            <a:xfrm>
              <a:off x="2025704" y="3544952"/>
              <a:ext cx="913819" cy="5366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 53"/>
            <p:cNvSpPr/>
            <p:nvPr/>
          </p:nvSpPr>
          <p:spPr>
            <a:xfrm>
              <a:off x="2025704" y="3544952"/>
              <a:ext cx="913819" cy="5366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Cuadros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5" name="Grupo 54"/>
          <p:cNvGrpSpPr/>
          <p:nvPr/>
        </p:nvGrpSpPr>
        <p:grpSpPr>
          <a:xfrm>
            <a:off x="1125842" y="4031007"/>
            <a:ext cx="1375495" cy="738866"/>
            <a:chOff x="3071570" y="3664961"/>
            <a:chExt cx="1375495" cy="738866"/>
          </a:xfrm>
        </p:grpSpPr>
        <p:sp>
          <p:nvSpPr>
            <p:cNvPr id="56" name="Rectángulo 55"/>
            <p:cNvSpPr/>
            <p:nvPr/>
          </p:nvSpPr>
          <p:spPr>
            <a:xfrm>
              <a:off x="3071570" y="3664961"/>
              <a:ext cx="1375495" cy="73886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Rectángulo 56"/>
            <p:cNvSpPr/>
            <p:nvPr/>
          </p:nvSpPr>
          <p:spPr>
            <a:xfrm>
              <a:off x="3071570" y="3664961"/>
              <a:ext cx="1375495" cy="7388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Relaciones Internacionales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8" name="Grupo 57"/>
          <p:cNvGrpSpPr/>
          <p:nvPr/>
        </p:nvGrpSpPr>
        <p:grpSpPr>
          <a:xfrm>
            <a:off x="2548059" y="4031007"/>
            <a:ext cx="1182097" cy="528377"/>
            <a:chOff x="6391954" y="2881925"/>
            <a:chExt cx="1240053" cy="1181552"/>
          </a:xfrm>
        </p:grpSpPr>
        <p:sp>
          <p:nvSpPr>
            <p:cNvPr id="59" name="Rectángulo 58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0" name="Rectángulo 59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Jurídico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1" name="Grupo 60"/>
          <p:cNvGrpSpPr/>
          <p:nvPr/>
        </p:nvGrpSpPr>
        <p:grpSpPr>
          <a:xfrm>
            <a:off x="3754637" y="4045893"/>
            <a:ext cx="1182097" cy="528377"/>
            <a:chOff x="6391954" y="2881925"/>
            <a:chExt cx="1240053" cy="1181552"/>
          </a:xfrm>
        </p:grpSpPr>
        <p:sp>
          <p:nvSpPr>
            <p:cNvPr id="62" name="Rectángulo 61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Rectángulo 62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de auditoría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4" name="Grupo 63"/>
          <p:cNvGrpSpPr/>
          <p:nvPr/>
        </p:nvGrpSpPr>
        <p:grpSpPr>
          <a:xfrm>
            <a:off x="6188613" y="2753743"/>
            <a:ext cx="1015202" cy="638678"/>
            <a:chOff x="5960887" y="2279246"/>
            <a:chExt cx="1015202" cy="638678"/>
          </a:xfrm>
          <a:solidFill>
            <a:srgbClr val="00B050"/>
          </a:solidFill>
        </p:grpSpPr>
        <p:sp>
          <p:nvSpPr>
            <p:cNvPr id="65" name="Rectángulo 64"/>
            <p:cNvSpPr/>
            <p:nvPr/>
          </p:nvSpPr>
          <p:spPr>
            <a:xfrm>
              <a:off x="5960887" y="2279246"/>
              <a:ext cx="1015202" cy="63867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6" name="Rectángulo 65"/>
            <p:cNvSpPr/>
            <p:nvPr/>
          </p:nvSpPr>
          <p:spPr>
            <a:xfrm>
              <a:off x="5960887" y="2279246"/>
              <a:ext cx="1015202" cy="63867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de enseñanza Militar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7" name="Grupo 66"/>
          <p:cNvGrpSpPr/>
          <p:nvPr/>
        </p:nvGrpSpPr>
        <p:grpSpPr>
          <a:xfrm>
            <a:off x="9994763" y="2765340"/>
            <a:ext cx="1193643" cy="777939"/>
            <a:chOff x="11684666" y="2798588"/>
            <a:chExt cx="370480" cy="304694"/>
          </a:xfrm>
          <a:solidFill>
            <a:srgbClr val="FF0000"/>
          </a:solidFill>
        </p:grpSpPr>
        <p:sp>
          <p:nvSpPr>
            <p:cNvPr id="68" name="Rectángulo 67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9" name="Rectángulo 68"/>
            <p:cNvSpPr/>
            <p:nvPr/>
          </p:nvSpPr>
          <p:spPr>
            <a:xfrm>
              <a:off x="11684666" y="2798588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Defensa y Seguridad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0" name="Grupo 69"/>
          <p:cNvGrpSpPr/>
          <p:nvPr/>
        </p:nvGrpSpPr>
        <p:grpSpPr>
          <a:xfrm>
            <a:off x="11249349" y="2786320"/>
            <a:ext cx="849724" cy="763761"/>
            <a:chOff x="11687370" y="2804141"/>
            <a:chExt cx="367776" cy="299141"/>
          </a:xfrm>
          <a:solidFill>
            <a:srgbClr val="FF0000"/>
          </a:solidFill>
        </p:grpSpPr>
        <p:sp>
          <p:nvSpPr>
            <p:cNvPr id="71" name="Rectángulo 70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2" name="Rectángulo 71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Puesto de Dirección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74" name="Conector recto 73"/>
          <p:cNvCxnSpPr/>
          <p:nvPr/>
        </p:nvCxnSpPr>
        <p:spPr>
          <a:xfrm flipH="1" flipV="1">
            <a:off x="5029200" y="1255922"/>
            <a:ext cx="3906" cy="397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upo 74"/>
          <p:cNvGrpSpPr/>
          <p:nvPr/>
        </p:nvGrpSpPr>
        <p:grpSpPr>
          <a:xfrm>
            <a:off x="7940082" y="4018559"/>
            <a:ext cx="1184931" cy="763761"/>
            <a:chOff x="11687370" y="2804141"/>
            <a:chExt cx="367776" cy="299141"/>
          </a:xfrm>
          <a:solidFill>
            <a:schemeClr val="accent2"/>
          </a:solidFill>
        </p:grpSpPr>
        <p:sp>
          <p:nvSpPr>
            <p:cNvPr id="76" name="Rectángulo 75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7" name="Rectángulo 76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Recursos Humanos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8" name="Grupo 77"/>
          <p:cNvGrpSpPr/>
          <p:nvPr/>
        </p:nvGrpSpPr>
        <p:grpSpPr>
          <a:xfrm>
            <a:off x="9204869" y="4018558"/>
            <a:ext cx="1184931" cy="763761"/>
            <a:chOff x="11687370" y="2804141"/>
            <a:chExt cx="367776" cy="299141"/>
          </a:xfrm>
          <a:solidFill>
            <a:schemeClr val="accent2"/>
          </a:solidFill>
        </p:grpSpPr>
        <p:sp>
          <p:nvSpPr>
            <p:cNvPr id="79" name="Rectángulo 78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0" name="Rectángulo 79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Calidad Organización y Planificación</a:t>
              </a:r>
            </a:p>
          </p:txBody>
        </p:sp>
      </p:grpSp>
      <p:grpSp>
        <p:nvGrpSpPr>
          <p:cNvPr id="81" name="Grupo 80"/>
          <p:cNvGrpSpPr/>
          <p:nvPr/>
        </p:nvGrpSpPr>
        <p:grpSpPr>
          <a:xfrm>
            <a:off x="10572940" y="4018557"/>
            <a:ext cx="1184931" cy="763761"/>
            <a:chOff x="11687370" y="2804141"/>
            <a:chExt cx="367776" cy="299141"/>
          </a:xfrm>
          <a:solidFill>
            <a:schemeClr val="accent2"/>
          </a:solidFill>
        </p:grpSpPr>
        <p:sp>
          <p:nvSpPr>
            <p:cNvPr id="82" name="Rectángulo 81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3" name="Rectángulo 82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Comunicación Institucional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5" name="Grupo 84"/>
          <p:cNvGrpSpPr/>
          <p:nvPr/>
        </p:nvGrpSpPr>
        <p:grpSpPr>
          <a:xfrm>
            <a:off x="2676589" y="5411131"/>
            <a:ext cx="1182097" cy="528377"/>
            <a:chOff x="6391954" y="2881925"/>
            <a:chExt cx="1240053" cy="1181552"/>
          </a:xfrm>
        </p:grpSpPr>
        <p:sp>
          <p:nvSpPr>
            <p:cNvPr id="86" name="Rectángulo 85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7" name="Rectángulo 86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Facultades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8" name="Grupo 87"/>
          <p:cNvGrpSpPr/>
          <p:nvPr/>
        </p:nvGrpSpPr>
        <p:grpSpPr>
          <a:xfrm>
            <a:off x="4813407" y="5425598"/>
            <a:ext cx="1182097" cy="528377"/>
            <a:chOff x="6391954" y="2881925"/>
            <a:chExt cx="1240053" cy="1181552"/>
          </a:xfrm>
          <a:solidFill>
            <a:srgbClr val="FF0000"/>
          </a:solidFill>
        </p:grpSpPr>
        <p:sp>
          <p:nvSpPr>
            <p:cNvPr id="89" name="Rectángulo 88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0" name="Rectángulo 89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CUM/FUM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1" name="Grupo 90"/>
          <p:cNvGrpSpPr/>
          <p:nvPr/>
        </p:nvGrpSpPr>
        <p:grpSpPr>
          <a:xfrm>
            <a:off x="6915995" y="5411130"/>
            <a:ext cx="1182097" cy="528377"/>
            <a:chOff x="6391954" y="2881925"/>
            <a:chExt cx="1240053" cy="1181552"/>
          </a:xfrm>
        </p:grpSpPr>
        <p:sp>
          <p:nvSpPr>
            <p:cNvPr id="92" name="Rectángulo 91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3" name="Rectángulo 92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CEGEDEL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94" name="Conector recto 93"/>
          <p:cNvCxnSpPr/>
          <p:nvPr/>
        </p:nvCxnSpPr>
        <p:spPr>
          <a:xfrm flipH="1">
            <a:off x="613228" y="2574949"/>
            <a:ext cx="110609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/>
          <p:cNvCxnSpPr/>
          <p:nvPr/>
        </p:nvCxnSpPr>
        <p:spPr>
          <a:xfrm flipH="1">
            <a:off x="549920" y="3864773"/>
            <a:ext cx="110609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/>
          <p:cNvCxnSpPr/>
          <p:nvPr/>
        </p:nvCxnSpPr>
        <p:spPr>
          <a:xfrm flipH="1">
            <a:off x="3223249" y="5229922"/>
            <a:ext cx="43707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/>
          <p:cNvCxnSpPr/>
          <p:nvPr/>
        </p:nvCxnSpPr>
        <p:spPr>
          <a:xfrm>
            <a:off x="622218" y="2574949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/>
          <p:cNvCxnSpPr/>
          <p:nvPr/>
        </p:nvCxnSpPr>
        <p:spPr>
          <a:xfrm>
            <a:off x="1666713" y="2571231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/>
          <p:cNvCxnSpPr/>
          <p:nvPr/>
        </p:nvCxnSpPr>
        <p:spPr>
          <a:xfrm>
            <a:off x="2822721" y="2567516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/>
          <p:cNvCxnSpPr/>
          <p:nvPr/>
        </p:nvCxnSpPr>
        <p:spPr>
          <a:xfrm>
            <a:off x="3822620" y="2574952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/>
          <p:cNvCxnSpPr/>
          <p:nvPr/>
        </p:nvCxnSpPr>
        <p:spPr>
          <a:xfrm>
            <a:off x="5714610" y="2560084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/>
          <p:cNvCxnSpPr/>
          <p:nvPr/>
        </p:nvCxnSpPr>
        <p:spPr>
          <a:xfrm>
            <a:off x="6703353" y="2578671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/>
          <p:cNvCxnSpPr/>
          <p:nvPr/>
        </p:nvCxnSpPr>
        <p:spPr>
          <a:xfrm>
            <a:off x="7859367" y="2552653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/>
          <p:cNvCxnSpPr/>
          <p:nvPr/>
        </p:nvCxnSpPr>
        <p:spPr>
          <a:xfrm>
            <a:off x="9152507" y="2567545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/>
          <p:cNvCxnSpPr/>
          <p:nvPr/>
        </p:nvCxnSpPr>
        <p:spPr>
          <a:xfrm>
            <a:off x="10609598" y="2563829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/>
          <p:cNvCxnSpPr/>
          <p:nvPr/>
        </p:nvCxnSpPr>
        <p:spPr>
          <a:xfrm>
            <a:off x="11674211" y="2574949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/>
          <p:cNvCxnSpPr/>
          <p:nvPr/>
        </p:nvCxnSpPr>
        <p:spPr>
          <a:xfrm>
            <a:off x="549920" y="3862786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114"/>
          <p:cNvCxnSpPr/>
          <p:nvPr/>
        </p:nvCxnSpPr>
        <p:spPr>
          <a:xfrm>
            <a:off x="1813589" y="3862786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/>
          <p:cNvCxnSpPr/>
          <p:nvPr/>
        </p:nvCxnSpPr>
        <p:spPr>
          <a:xfrm>
            <a:off x="3223248" y="3862786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/>
          <p:cNvCxnSpPr/>
          <p:nvPr/>
        </p:nvCxnSpPr>
        <p:spPr>
          <a:xfrm>
            <a:off x="4345685" y="3862786"/>
            <a:ext cx="0" cy="215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/>
          <p:cNvCxnSpPr/>
          <p:nvPr/>
        </p:nvCxnSpPr>
        <p:spPr>
          <a:xfrm>
            <a:off x="5859336" y="3881471"/>
            <a:ext cx="2527" cy="188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/>
          <p:cNvCxnSpPr/>
          <p:nvPr/>
        </p:nvCxnSpPr>
        <p:spPr>
          <a:xfrm>
            <a:off x="7316429" y="3866604"/>
            <a:ext cx="2527" cy="188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121"/>
          <p:cNvCxnSpPr/>
          <p:nvPr/>
        </p:nvCxnSpPr>
        <p:spPr>
          <a:xfrm>
            <a:off x="8573389" y="3869557"/>
            <a:ext cx="2527" cy="188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122"/>
          <p:cNvCxnSpPr/>
          <p:nvPr/>
        </p:nvCxnSpPr>
        <p:spPr>
          <a:xfrm>
            <a:off x="9796310" y="3865843"/>
            <a:ext cx="2527" cy="188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/>
          <p:cNvCxnSpPr/>
          <p:nvPr/>
        </p:nvCxnSpPr>
        <p:spPr>
          <a:xfrm>
            <a:off x="11610240" y="3873278"/>
            <a:ext cx="2527" cy="188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cto 124"/>
          <p:cNvCxnSpPr/>
          <p:nvPr/>
        </p:nvCxnSpPr>
        <p:spPr>
          <a:xfrm>
            <a:off x="7565455" y="5244608"/>
            <a:ext cx="2527" cy="188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/>
          <p:cNvCxnSpPr/>
          <p:nvPr/>
        </p:nvCxnSpPr>
        <p:spPr>
          <a:xfrm>
            <a:off x="5404455" y="5233457"/>
            <a:ext cx="2527" cy="188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cto 126"/>
          <p:cNvCxnSpPr/>
          <p:nvPr/>
        </p:nvCxnSpPr>
        <p:spPr>
          <a:xfrm>
            <a:off x="3208998" y="5222306"/>
            <a:ext cx="2527" cy="188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cto 127"/>
          <p:cNvCxnSpPr>
            <a:endCxn id="11" idx="1"/>
          </p:cNvCxnSpPr>
          <p:nvPr/>
        </p:nvCxnSpPr>
        <p:spPr>
          <a:xfrm>
            <a:off x="5026945" y="1794175"/>
            <a:ext cx="478891" cy="36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cto 129"/>
          <p:cNvCxnSpPr>
            <a:stCxn id="8" idx="3"/>
          </p:cNvCxnSpPr>
          <p:nvPr/>
        </p:nvCxnSpPr>
        <p:spPr>
          <a:xfrm>
            <a:off x="4500612" y="1595568"/>
            <a:ext cx="502612" cy="3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uadroTexto 132"/>
          <p:cNvSpPr txBox="1"/>
          <p:nvPr/>
        </p:nvSpPr>
        <p:spPr>
          <a:xfrm>
            <a:off x="8301839" y="309513"/>
            <a:ext cx="33665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Procesos que se atienden por VR</a:t>
            </a:r>
          </a:p>
          <a:p>
            <a:r>
              <a:rPr lang="es-ES" dirty="0" smtClean="0"/>
              <a:t>Rector</a:t>
            </a:r>
          </a:p>
          <a:p>
            <a:r>
              <a:rPr lang="es-ES" dirty="0" smtClean="0"/>
              <a:t>VR 1</a:t>
            </a:r>
          </a:p>
          <a:p>
            <a:r>
              <a:rPr lang="es-ES" dirty="0" smtClean="0"/>
              <a:t>VR2</a:t>
            </a:r>
          </a:p>
          <a:p>
            <a:r>
              <a:rPr lang="es-ES" dirty="0" smtClean="0"/>
              <a:t>VR3</a:t>
            </a:r>
          </a:p>
          <a:p>
            <a:r>
              <a:rPr lang="es-ES" dirty="0" smtClean="0"/>
              <a:t>VR4</a:t>
            </a:r>
          </a:p>
          <a:p>
            <a:r>
              <a:rPr lang="es-ES" dirty="0" smtClean="0"/>
              <a:t>VR5</a:t>
            </a:r>
            <a:endParaRPr lang="es-ES" dirty="0"/>
          </a:p>
        </p:txBody>
      </p:sp>
      <p:grpSp>
        <p:nvGrpSpPr>
          <p:cNvPr id="134" name="Grupo 133"/>
          <p:cNvGrpSpPr/>
          <p:nvPr/>
        </p:nvGrpSpPr>
        <p:grpSpPr>
          <a:xfrm>
            <a:off x="9152507" y="665091"/>
            <a:ext cx="707340" cy="256107"/>
            <a:chOff x="4946863" y="1456698"/>
            <a:chExt cx="707340" cy="256107"/>
          </a:xfrm>
        </p:grpSpPr>
        <p:sp>
          <p:nvSpPr>
            <p:cNvPr id="135" name="Rectángulo 134"/>
            <p:cNvSpPr/>
            <p:nvPr/>
          </p:nvSpPr>
          <p:spPr>
            <a:xfrm>
              <a:off x="4946863" y="1456698"/>
              <a:ext cx="707340" cy="25610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6" name="Rectángulo 135"/>
            <p:cNvSpPr/>
            <p:nvPr/>
          </p:nvSpPr>
          <p:spPr>
            <a:xfrm>
              <a:off x="4946863" y="1456698"/>
              <a:ext cx="707340" cy="2561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7" name="Grupo 136"/>
          <p:cNvGrpSpPr/>
          <p:nvPr/>
        </p:nvGrpSpPr>
        <p:grpSpPr>
          <a:xfrm>
            <a:off x="9164358" y="963154"/>
            <a:ext cx="695489" cy="246647"/>
            <a:chOff x="11687370" y="2804141"/>
            <a:chExt cx="367776" cy="299141"/>
          </a:xfrm>
          <a:solidFill>
            <a:srgbClr val="FF0000"/>
          </a:solidFill>
        </p:grpSpPr>
        <p:sp>
          <p:nvSpPr>
            <p:cNvPr id="138" name="Rectángulo 137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9" name="Rectángulo 138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40" name="Rectángulo 139"/>
          <p:cNvSpPr/>
          <p:nvPr/>
        </p:nvSpPr>
        <p:spPr>
          <a:xfrm>
            <a:off x="9182946" y="1227064"/>
            <a:ext cx="695489" cy="246647"/>
          </a:xfrm>
          <a:prstGeom prst="rect">
            <a:avLst/>
          </a:prstGeom>
          <a:solidFill>
            <a:srgbClr val="FFC000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1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1" name="Rectángulo 140"/>
          <p:cNvSpPr/>
          <p:nvPr/>
        </p:nvSpPr>
        <p:spPr>
          <a:xfrm>
            <a:off x="9181522" y="1479087"/>
            <a:ext cx="695489" cy="24664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1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2" name="Rectángulo 141"/>
          <p:cNvSpPr/>
          <p:nvPr/>
        </p:nvSpPr>
        <p:spPr>
          <a:xfrm>
            <a:off x="9175509" y="1755125"/>
            <a:ext cx="695489" cy="24664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1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3" name="Rectángulo 142"/>
          <p:cNvSpPr/>
          <p:nvPr/>
        </p:nvSpPr>
        <p:spPr>
          <a:xfrm>
            <a:off x="9180734" y="2029739"/>
            <a:ext cx="695489" cy="246647"/>
          </a:xfrm>
          <a:prstGeom prst="rect">
            <a:avLst/>
          </a:prstGeom>
          <a:solidFill>
            <a:srgbClr val="00B050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890" tIns="8890" rIns="8890" bIns="889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s-ES" sz="1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92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871404" y="1463698"/>
            <a:ext cx="1492655" cy="699639"/>
            <a:chOff x="525994" y="2228826"/>
            <a:chExt cx="937185" cy="456341"/>
          </a:xfrm>
        </p:grpSpPr>
        <p:sp>
          <p:nvSpPr>
            <p:cNvPr id="5" name="Rectángulo 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Secretaría General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7" name="Conector recto 6"/>
          <p:cNvCxnSpPr/>
          <p:nvPr/>
        </p:nvCxnSpPr>
        <p:spPr>
          <a:xfrm flipH="1">
            <a:off x="1550018" y="2152187"/>
            <a:ext cx="0" cy="1204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o 7"/>
          <p:cNvGrpSpPr/>
          <p:nvPr/>
        </p:nvGrpSpPr>
        <p:grpSpPr>
          <a:xfrm>
            <a:off x="803691" y="3334899"/>
            <a:ext cx="1492655" cy="766545"/>
            <a:chOff x="525994" y="2185188"/>
            <a:chExt cx="937185" cy="499979"/>
          </a:xfrm>
        </p:grpSpPr>
        <p:sp>
          <p:nvSpPr>
            <p:cNvPr id="9" name="Rectángulo 8"/>
            <p:cNvSpPr/>
            <p:nvPr/>
          </p:nvSpPr>
          <p:spPr>
            <a:xfrm>
              <a:off x="525994" y="2185188"/>
              <a:ext cx="937185" cy="45634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ectángulo 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Ingreso y Ubicación Laboral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4393195" y="1463697"/>
            <a:ext cx="1375495" cy="738866"/>
            <a:chOff x="3071570" y="3664961"/>
            <a:chExt cx="1375495" cy="738866"/>
          </a:xfrm>
        </p:grpSpPr>
        <p:sp>
          <p:nvSpPr>
            <p:cNvPr id="12" name="Rectángulo 11"/>
            <p:cNvSpPr/>
            <p:nvPr/>
          </p:nvSpPr>
          <p:spPr>
            <a:xfrm>
              <a:off x="3071570" y="3664961"/>
              <a:ext cx="1375495" cy="73886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ectángulo 12"/>
            <p:cNvSpPr/>
            <p:nvPr/>
          </p:nvSpPr>
          <p:spPr>
            <a:xfrm>
              <a:off x="3071570" y="3664961"/>
              <a:ext cx="1375495" cy="7388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Relaciones Internacionales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6216676" y="1463697"/>
            <a:ext cx="1182097" cy="528377"/>
            <a:chOff x="6391954" y="2881925"/>
            <a:chExt cx="1240053" cy="1181552"/>
          </a:xfrm>
        </p:grpSpPr>
        <p:sp>
          <p:nvSpPr>
            <p:cNvPr id="15" name="Rectángulo 14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ángulo 15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Jurídico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8533102" y="1463695"/>
            <a:ext cx="1182097" cy="528377"/>
            <a:chOff x="6391954" y="2881925"/>
            <a:chExt cx="1240053" cy="1181552"/>
          </a:xfrm>
        </p:grpSpPr>
        <p:sp>
          <p:nvSpPr>
            <p:cNvPr id="18" name="Rectángulo 17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ectángulo 18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de auditoría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2921717" y="1463697"/>
            <a:ext cx="913819" cy="536652"/>
            <a:chOff x="2025704" y="3544952"/>
            <a:chExt cx="913819" cy="536652"/>
          </a:xfrm>
        </p:grpSpPr>
        <p:sp>
          <p:nvSpPr>
            <p:cNvPr id="21" name="Rectángulo 20"/>
            <p:cNvSpPr/>
            <p:nvPr/>
          </p:nvSpPr>
          <p:spPr>
            <a:xfrm>
              <a:off x="2025704" y="3544952"/>
              <a:ext cx="913819" cy="5366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Rectángulo 21"/>
            <p:cNvSpPr/>
            <p:nvPr/>
          </p:nvSpPr>
          <p:spPr>
            <a:xfrm>
              <a:off x="2025704" y="3544952"/>
              <a:ext cx="913819" cy="5366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Cuadros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10595628" y="1463696"/>
            <a:ext cx="1182097" cy="528377"/>
            <a:chOff x="6391954" y="2881925"/>
            <a:chExt cx="1240053" cy="1181552"/>
          </a:xfrm>
        </p:grpSpPr>
        <p:sp>
          <p:nvSpPr>
            <p:cNvPr id="24" name="Rectángulo 23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ectángulo 24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CEGEDEL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7837203" y="2490164"/>
            <a:ext cx="1182097" cy="528377"/>
            <a:chOff x="6391954" y="2881925"/>
            <a:chExt cx="1240053" cy="1181552"/>
          </a:xfrm>
        </p:grpSpPr>
        <p:sp>
          <p:nvSpPr>
            <p:cNvPr id="27" name="Rectángulo 26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ectángulo 27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Auditoría I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3" name="Grupo 32"/>
          <p:cNvGrpSpPr/>
          <p:nvPr/>
        </p:nvGrpSpPr>
        <p:grpSpPr>
          <a:xfrm>
            <a:off x="9234509" y="2490163"/>
            <a:ext cx="1182097" cy="528377"/>
            <a:chOff x="6391954" y="2881925"/>
            <a:chExt cx="1240053" cy="1181552"/>
          </a:xfrm>
        </p:grpSpPr>
        <p:sp>
          <p:nvSpPr>
            <p:cNvPr id="34" name="Rectángulo 33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Rectángulo 34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Auditoría II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10786051" y="2152187"/>
            <a:ext cx="1182097" cy="528377"/>
            <a:chOff x="6391954" y="2881925"/>
            <a:chExt cx="1240053" cy="1181552"/>
          </a:xfrm>
        </p:grpSpPr>
        <p:sp>
          <p:nvSpPr>
            <p:cNvPr id="37" name="Rectángulo 36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ectángulo 37"/>
            <p:cNvSpPr/>
            <p:nvPr/>
          </p:nvSpPr>
          <p:spPr>
            <a:xfrm>
              <a:off x="6391954" y="2881925"/>
              <a:ext cx="1240053" cy="11815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Subdirector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39" name="Conector recto 38"/>
          <p:cNvCxnSpPr/>
          <p:nvPr/>
        </p:nvCxnSpPr>
        <p:spPr>
          <a:xfrm>
            <a:off x="9118954" y="2000349"/>
            <a:ext cx="0" cy="754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/>
          <p:cNvCxnSpPr/>
          <p:nvPr/>
        </p:nvCxnSpPr>
        <p:spPr>
          <a:xfrm flipV="1">
            <a:off x="8829180" y="2752649"/>
            <a:ext cx="479894" cy="1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/>
          <p:cNvCxnSpPr/>
          <p:nvPr/>
        </p:nvCxnSpPr>
        <p:spPr>
          <a:xfrm>
            <a:off x="10692530" y="1736161"/>
            <a:ext cx="0" cy="7540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/>
          <p:cNvCxnSpPr/>
          <p:nvPr/>
        </p:nvCxnSpPr>
        <p:spPr>
          <a:xfrm flipV="1">
            <a:off x="10716938" y="2488461"/>
            <a:ext cx="479894" cy="1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/>
          <p:cNvSpPr txBox="1"/>
          <p:nvPr/>
        </p:nvSpPr>
        <p:spPr>
          <a:xfrm>
            <a:off x="1883884" y="451433"/>
            <a:ext cx="723507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PROCESOS O ÁREAS ATENDIDOS DIRECTAMENTE POR EL RECTOR</a:t>
            </a:r>
            <a:endParaRPr lang="es-E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201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739532" y="451433"/>
            <a:ext cx="6051928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PROCESOS O ÁREAS ATENDIDOS POR EL VR 1</a:t>
            </a:r>
            <a:endParaRPr lang="es-E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2620515" y="1246930"/>
            <a:ext cx="1492655" cy="699640"/>
            <a:chOff x="525994" y="2228826"/>
            <a:chExt cx="937185" cy="456342"/>
          </a:xfrm>
          <a:solidFill>
            <a:srgbClr val="FF0000"/>
          </a:solidFill>
        </p:grpSpPr>
        <p:sp>
          <p:nvSpPr>
            <p:cNvPr id="7" name="Rectángulo 6"/>
            <p:cNvSpPr/>
            <p:nvPr/>
          </p:nvSpPr>
          <p:spPr>
            <a:xfrm>
              <a:off x="525994" y="2228827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ángulo 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Defensa y Seguridad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1551609" y="2220914"/>
            <a:ext cx="1492655" cy="699639"/>
            <a:chOff x="525994" y="2228826"/>
            <a:chExt cx="937185" cy="456341"/>
          </a:xfrm>
          <a:solidFill>
            <a:srgbClr val="FF0000"/>
          </a:solidFill>
        </p:grpSpPr>
        <p:sp>
          <p:nvSpPr>
            <p:cNvPr id="10" name="Rectángulo 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ectángulo 1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Seguridad y Protección 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OLM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1582743" y="3284830"/>
            <a:ext cx="1492655" cy="699639"/>
            <a:chOff x="525994" y="2228826"/>
            <a:chExt cx="937185" cy="456341"/>
          </a:xfrm>
          <a:solidFill>
            <a:srgbClr val="FF0000"/>
          </a:solidFill>
        </p:grpSpPr>
        <p:sp>
          <p:nvSpPr>
            <p:cNvPr id="13" name="Rectángulo 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ectángulo 1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Seguridad y Protección 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3482678" y="2160711"/>
            <a:ext cx="1492655" cy="699639"/>
            <a:chOff x="525994" y="2228826"/>
            <a:chExt cx="937185" cy="456341"/>
          </a:xfrm>
          <a:solidFill>
            <a:srgbClr val="FF0000"/>
          </a:solidFill>
        </p:grpSpPr>
        <p:sp>
          <p:nvSpPr>
            <p:cNvPr id="16" name="Rectángulo 1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Rectángulo 1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Seguridad y Protección 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507591" y="3284830"/>
            <a:ext cx="1492655" cy="699639"/>
            <a:chOff x="525994" y="2228826"/>
            <a:chExt cx="937185" cy="456341"/>
          </a:xfrm>
          <a:solidFill>
            <a:srgbClr val="FF0000"/>
          </a:solidFill>
        </p:grpSpPr>
        <p:sp>
          <p:nvSpPr>
            <p:cNvPr id="19" name="Rectángulo 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Rectángulo 1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Seguridad y Protección 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1" name="Conector recto 20"/>
          <p:cNvCxnSpPr/>
          <p:nvPr/>
        </p:nvCxnSpPr>
        <p:spPr>
          <a:xfrm flipH="1">
            <a:off x="3280048" y="1946568"/>
            <a:ext cx="2979" cy="1688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>
            <a:stCxn id="11" idx="3"/>
            <a:endCxn id="17" idx="1"/>
          </p:cNvCxnSpPr>
          <p:nvPr/>
        </p:nvCxnSpPr>
        <p:spPr>
          <a:xfrm flipV="1">
            <a:off x="3044264" y="2510531"/>
            <a:ext cx="4384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>
            <a:stCxn id="13" idx="3"/>
          </p:cNvCxnSpPr>
          <p:nvPr/>
        </p:nvCxnSpPr>
        <p:spPr>
          <a:xfrm>
            <a:off x="3075398" y="3634650"/>
            <a:ext cx="479265" cy="4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o 48"/>
          <p:cNvGrpSpPr/>
          <p:nvPr/>
        </p:nvGrpSpPr>
        <p:grpSpPr>
          <a:xfrm>
            <a:off x="7284090" y="1246930"/>
            <a:ext cx="1184931" cy="763761"/>
            <a:chOff x="11687370" y="2804141"/>
            <a:chExt cx="367776" cy="299141"/>
          </a:xfrm>
          <a:solidFill>
            <a:srgbClr val="FF0000"/>
          </a:solidFill>
        </p:grpSpPr>
        <p:sp>
          <p:nvSpPr>
            <p:cNvPr id="50" name="Rectángulo 49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ectángulo 50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Puesto de Dirección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5" name="Grupo 54"/>
          <p:cNvGrpSpPr/>
          <p:nvPr/>
        </p:nvGrpSpPr>
        <p:grpSpPr>
          <a:xfrm>
            <a:off x="7594085" y="2354218"/>
            <a:ext cx="1102958" cy="506133"/>
            <a:chOff x="11687370" y="2804141"/>
            <a:chExt cx="367776" cy="299141"/>
          </a:xfrm>
          <a:solidFill>
            <a:srgbClr val="FF0000"/>
          </a:solidFill>
        </p:grpSpPr>
        <p:sp>
          <p:nvSpPr>
            <p:cNvPr id="56" name="Rectángulo 55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Rectángulo 56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Guardia OLM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8" name="Grupo 57"/>
          <p:cNvGrpSpPr/>
          <p:nvPr/>
        </p:nvGrpSpPr>
        <p:grpSpPr>
          <a:xfrm>
            <a:off x="7616106" y="3056218"/>
            <a:ext cx="1147094" cy="430730"/>
            <a:chOff x="11687370" y="2804141"/>
            <a:chExt cx="374331" cy="299141"/>
          </a:xfrm>
          <a:solidFill>
            <a:srgbClr val="FF0000"/>
          </a:solidFill>
        </p:grpSpPr>
        <p:sp>
          <p:nvSpPr>
            <p:cNvPr id="59" name="Rectángulo 58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0" name="Rectángulo 59"/>
            <p:cNvSpPr/>
            <p:nvPr/>
          </p:nvSpPr>
          <p:spPr>
            <a:xfrm>
              <a:off x="11693925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Guardia 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1" name="Conector recto 60"/>
          <p:cNvCxnSpPr/>
          <p:nvPr/>
        </p:nvCxnSpPr>
        <p:spPr>
          <a:xfrm flipV="1">
            <a:off x="7436106" y="2010692"/>
            <a:ext cx="5014" cy="19884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/>
          <p:cNvCxnSpPr/>
          <p:nvPr/>
        </p:nvCxnSpPr>
        <p:spPr>
          <a:xfrm>
            <a:off x="7436106" y="2629232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/>
          <p:cNvCxnSpPr/>
          <p:nvPr/>
        </p:nvCxnSpPr>
        <p:spPr>
          <a:xfrm flipH="1">
            <a:off x="7449585" y="3999124"/>
            <a:ext cx="21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o 64"/>
          <p:cNvGrpSpPr/>
          <p:nvPr/>
        </p:nvGrpSpPr>
        <p:grpSpPr>
          <a:xfrm>
            <a:off x="7644366" y="3682815"/>
            <a:ext cx="1147094" cy="430730"/>
            <a:chOff x="11687370" y="2804141"/>
            <a:chExt cx="374331" cy="299141"/>
          </a:xfrm>
          <a:solidFill>
            <a:srgbClr val="FF0000"/>
          </a:solidFill>
        </p:grpSpPr>
        <p:sp>
          <p:nvSpPr>
            <p:cNvPr id="66" name="Rectángulo 65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7" name="Rectángulo 66"/>
            <p:cNvSpPr/>
            <p:nvPr/>
          </p:nvSpPr>
          <p:spPr>
            <a:xfrm>
              <a:off x="11693925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Guardia 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75" name="Conector recto 74"/>
          <p:cNvCxnSpPr/>
          <p:nvPr/>
        </p:nvCxnSpPr>
        <p:spPr>
          <a:xfrm flipH="1">
            <a:off x="7436106" y="3280764"/>
            <a:ext cx="21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716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10598239" y="1702593"/>
            <a:ext cx="1364247" cy="918497"/>
            <a:chOff x="6516335" y="4361017"/>
            <a:chExt cx="336182" cy="240236"/>
          </a:xfrm>
          <a:solidFill>
            <a:schemeClr val="accent4">
              <a:lumMod val="75000"/>
            </a:schemeClr>
          </a:solidFill>
        </p:grpSpPr>
        <p:sp>
          <p:nvSpPr>
            <p:cNvPr id="5" name="Rectángulo 4"/>
            <p:cNvSpPr/>
            <p:nvPr/>
          </p:nvSpPr>
          <p:spPr>
            <a:xfrm>
              <a:off x="6516335" y="4361017"/>
              <a:ext cx="336182" cy="240236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6516335" y="4361017"/>
              <a:ext cx="336182" cy="24023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 Ciencia Tecnología e Innovación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8199585" y="1702647"/>
            <a:ext cx="2054631" cy="915567"/>
            <a:chOff x="7053847" y="2234557"/>
            <a:chExt cx="736803" cy="681412"/>
          </a:xfrm>
          <a:solidFill>
            <a:schemeClr val="accent4">
              <a:lumMod val="75000"/>
            </a:schemeClr>
          </a:solidFill>
        </p:grpSpPr>
        <p:sp>
          <p:nvSpPr>
            <p:cNvPr id="8" name="Rectángulo 7"/>
            <p:cNvSpPr/>
            <p:nvPr/>
          </p:nvSpPr>
          <p:spPr>
            <a:xfrm>
              <a:off x="7053847" y="2234557"/>
              <a:ext cx="736803" cy="681412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ángulo 8"/>
            <p:cNvSpPr/>
            <p:nvPr/>
          </p:nvSpPr>
          <p:spPr>
            <a:xfrm>
              <a:off x="7053847" y="2234557"/>
              <a:ext cx="736803" cy="68141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Educación de Postgrado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8199585" y="3110970"/>
            <a:ext cx="1762700" cy="690053"/>
            <a:chOff x="7053847" y="2234557"/>
            <a:chExt cx="736803" cy="681412"/>
          </a:xfrm>
          <a:solidFill>
            <a:schemeClr val="accent4">
              <a:lumMod val="75000"/>
            </a:schemeClr>
          </a:solidFill>
        </p:grpSpPr>
        <p:sp>
          <p:nvSpPr>
            <p:cNvPr id="11" name="Rectángulo 10"/>
            <p:cNvSpPr/>
            <p:nvPr/>
          </p:nvSpPr>
          <p:spPr>
            <a:xfrm>
              <a:off x="7053847" y="2234557"/>
              <a:ext cx="736803" cy="681412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ángulo 11"/>
            <p:cNvSpPr/>
            <p:nvPr/>
          </p:nvSpPr>
          <p:spPr>
            <a:xfrm>
              <a:off x="7053847" y="2234557"/>
              <a:ext cx="736803" cy="68141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Grado Científico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3" name="Conector recto 12"/>
          <p:cNvCxnSpPr/>
          <p:nvPr/>
        </p:nvCxnSpPr>
        <p:spPr>
          <a:xfrm>
            <a:off x="8761446" y="2618214"/>
            <a:ext cx="0" cy="488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7875229" y="275163"/>
            <a:ext cx="4087257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PROCESOS O ÁREAS ATENDIDOS POR EL VR 3</a:t>
            </a:r>
            <a:endParaRPr lang="es-E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481074" y="275163"/>
            <a:ext cx="6051928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PROCESOS O ÁREAS ATENDIDOS POR EL VR 2</a:t>
            </a:r>
            <a:endParaRPr lang="es-E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upo 15"/>
          <p:cNvGrpSpPr/>
          <p:nvPr/>
        </p:nvGrpSpPr>
        <p:grpSpPr>
          <a:xfrm>
            <a:off x="1205413" y="1235913"/>
            <a:ext cx="1492655" cy="699640"/>
            <a:chOff x="525994" y="2228826"/>
            <a:chExt cx="937185" cy="456342"/>
          </a:xfrm>
          <a:solidFill>
            <a:schemeClr val="accent2"/>
          </a:solidFill>
        </p:grpSpPr>
        <p:sp>
          <p:nvSpPr>
            <p:cNvPr id="17" name="Rectángulo 16"/>
            <p:cNvSpPr/>
            <p:nvPr/>
          </p:nvSpPr>
          <p:spPr>
            <a:xfrm>
              <a:off x="525994" y="2228827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ángulo 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Recursos Humanos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136507" y="2209897"/>
            <a:ext cx="1492655" cy="699639"/>
            <a:chOff x="525994" y="2228826"/>
            <a:chExt cx="937185" cy="456341"/>
          </a:xfrm>
          <a:solidFill>
            <a:schemeClr val="accent2"/>
          </a:solidFill>
        </p:grpSpPr>
        <p:sp>
          <p:nvSpPr>
            <p:cNvPr id="20" name="Rectángulo 1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ectángulo 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Recursos Humanos OLM-MFR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167641" y="4529735"/>
            <a:ext cx="1492655" cy="699639"/>
            <a:chOff x="525994" y="2228826"/>
            <a:chExt cx="937185" cy="456341"/>
          </a:xfrm>
          <a:solidFill>
            <a:schemeClr val="accent2"/>
          </a:solidFill>
        </p:grpSpPr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ángulo 2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Nóminas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5" name="Grupo 24"/>
          <p:cNvGrpSpPr/>
          <p:nvPr/>
        </p:nvGrpSpPr>
        <p:grpSpPr>
          <a:xfrm>
            <a:off x="2067576" y="2149694"/>
            <a:ext cx="1492655" cy="699639"/>
            <a:chOff x="525994" y="2228826"/>
            <a:chExt cx="937185" cy="456341"/>
          </a:xfrm>
          <a:solidFill>
            <a:schemeClr val="accent2"/>
          </a:solidFill>
        </p:grpSpPr>
        <p:sp>
          <p:nvSpPr>
            <p:cNvPr id="26" name="Rectángulo 2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Rectángulo 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Recursos Humanos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JLC-CSM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8" name="Grupo 27"/>
          <p:cNvGrpSpPr/>
          <p:nvPr/>
        </p:nvGrpSpPr>
        <p:grpSpPr>
          <a:xfrm>
            <a:off x="2092489" y="4529735"/>
            <a:ext cx="1492655" cy="699639"/>
            <a:chOff x="525994" y="2228826"/>
            <a:chExt cx="937185" cy="456341"/>
          </a:xfrm>
          <a:solidFill>
            <a:schemeClr val="accent2"/>
          </a:solidFill>
        </p:grpSpPr>
        <p:sp>
          <p:nvSpPr>
            <p:cNvPr id="29" name="Rectángulo 2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Rectángulo 2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Seguridad y Salud en el trabajo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31" name="Conector recto 30"/>
          <p:cNvCxnSpPr/>
          <p:nvPr/>
        </p:nvCxnSpPr>
        <p:spPr>
          <a:xfrm flipH="1">
            <a:off x="1854696" y="1902738"/>
            <a:ext cx="10249" cy="3918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>
            <a:stCxn id="21" idx="3"/>
            <a:endCxn id="27" idx="1"/>
          </p:cNvCxnSpPr>
          <p:nvPr/>
        </p:nvCxnSpPr>
        <p:spPr>
          <a:xfrm flipV="1">
            <a:off x="1629162" y="2499514"/>
            <a:ext cx="4384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/>
          <p:cNvCxnSpPr>
            <a:stCxn id="23" idx="3"/>
          </p:cNvCxnSpPr>
          <p:nvPr/>
        </p:nvCxnSpPr>
        <p:spPr>
          <a:xfrm>
            <a:off x="1660296" y="4879555"/>
            <a:ext cx="479265" cy="4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upo 34"/>
          <p:cNvGrpSpPr/>
          <p:nvPr/>
        </p:nvGrpSpPr>
        <p:grpSpPr>
          <a:xfrm>
            <a:off x="323765" y="3083192"/>
            <a:ext cx="1386970" cy="349820"/>
            <a:chOff x="525994" y="2228826"/>
            <a:chExt cx="937185" cy="456341"/>
          </a:xfrm>
          <a:solidFill>
            <a:schemeClr val="accent2"/>
          </a:solidFill>
        </p:grpSpPr>
        <p:sp>
          <p:nvSpPr>
            <p:cNvPr id="36" name="Rectángulo 3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Rectángulo 3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Recursos Humanos OLM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1" name="Grupo 40"/>
          <p:cNvGrpSpPr/>
          <p:nvPr/>
        </p:nvGrpSpPr>
        <p:grpSpPr>
          <a:xfrm>
            <a:off x="323764" y="3902147"/>
            <a:ext cx="1459193" cy="428189"/>
            <a:chOff x="525994" y="2228826"/>
            <a:chExt cx="937185" cy="456341"/>
          </a:xfrm>
          <a:solidFill>
            <a:schemeClr val="accent2"/>
          </a:solidFill>
        </p:grpSpPr>
        <p:sp>
          <p:nvSpPr>
            <p:cNvPr id="42" name="Rectángulo 4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Rectángulo 4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Recursos Humanos 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4" name="Conector recto 43"/>
          <p:cNvCxnSpPr/>
          <p:nvPr/>
        </p:nvCxnSpPr>
        <p:spPr>
          <a:xfrm flipV="1">
            <a:off x="167641" y="2909537"/>
            <a:ext cx="0" cy="1305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>
            <a:endCxn id="36" idx="1"/>
          </p:cNvCxnSpPr>
          <p:nvPr/>
        </p:nvCxnSpPr>
        <p:spPr>
          <a:xfrm>
            <a:off x="167641" y="3192744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/>
          <p:nvPr/>
        </p:nvCxnSpPr>
        <p:spPr>
          <a:xfrm>
            <a:off x="167641" y="4214894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upo 47"/>
          <p:cNvGrpSpPr/>
          <p:nvPr/>
        </p:nvGrpSpPr>
        <p:grpSpPr>
          <a:xfrm>
            <a:off x="2249208" y="3001418"/>
            <a:ext cx="1386970" cy="349820"/>
            <a:chOff x="525994" y="2228826"/>
            <a:chExt cx="937185" cy="456341"/>
          </a:xfrm>
          <a:solidFill>
            <a:schemeClr val="accent2"/>
          </a:solidFill>
        </p:grpSpPr>
        <p:sp>
          <p:nvSpPr>
            <p:cNvPr id="49" name="Rectángulo 4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0" name="Rectángulo 4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Recursos Humanos 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4" name="Grupo 53"/>
          <p:cNvGrpSpPr/>
          <p:nvPr/>
        </p:nvGrpSpPr>
        <p:grpSpPr>
          <a:xfrm>
            <a:off x="2249207" y="3820373"/>
            <a:ext cx="1459193" cy="428189"/>
            <a:chOff x="525994" y="2228826"/>
            <a:chExt cx="937185" cy="456341"/>
          </a:xfrm>
          <a:solidFill>
            <a:schemeClr val="accent2"/>
          </a:solidFill>
        </p:grpSpPr>
        <p:sp>
          <p:nvSpPr>
            <p:cNvPr id="55" name="Rectángulo 5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Rectángulo 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Recursos Humanos 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7" name="Conector recto 56"/>
          <p:cNvCxnSpPr/>
          <p:nvPr/>
        </p:nvCxnSpPr>
        <p:spPr>
          <a:xfrm flipV="1">
            <a:off x="2093084" y="2827763"/>
            <a:ext cx="0" cy="1305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>
            <a:endCxn id="49" idx="1"/>
          </p:cNvCxnSpPr>
          <p:nvPr/>
        </p:nvCxnSpPr>
        <p:spPr>
          <a:xfrm>
            <a:off x="2093084" y="3110970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/>
          <p:cNvCxnSpPr/>
          <p:nvPr/>
        </p:nvCxnSpPr>
        <p:spPr>
          <a:xfrm>
            <a:off x="2093084" y="4133120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upo 86"/>
          <p:cNvGrpSpPr/>
          <p:nvPr/>
        </p:nvGrpSpPr>
        <p:grpSpPr>
          <a:xfrm>
            <a:off x="167641" y="5467335"/>
            <a:ext cx="1492655" cy="699639"/>
            <a:chOff x="525994" y="2228826"/>
            <a:chExt cx="937185" cy="456341"/>
          </a:xfrm>
          <a:solidFill>
            <a:schemeClr val="accent2"/>
          </a:solidFill>
        </p:grpSpPr>
        <p:sp>
          <p:nvSpPr>
            <p:cNvPr id="88" name="Rectángulo 8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9" name="Rectángulo 8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Capacitación y Desarrollo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0" name="Grupo 89"/>
          <p:cNvGrpSpPr/>
          <p:nvPr/>
        </p:nvGrpSpPr>
        <p:grpSpPr>
          <a:xfrm>
            <a:off x="2092489" y="5467335"/>
            <a:ext cx="1492655" cy="699639"/>
            <a:chOff x="525994" y="2228826"/>
            <a:chExt cx="937185" cy="456341"/>
          </a:xfrm>
          <a:solidFill>
            <a:schemeClr val="accent2"/>
          </a:solidFill>
        </p:grpSpPr>
        <p:sp>
          <p:nvSpPr>
            <p:cNvPr id="91" name="Rectángulo 9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2" name="Rectángulo 9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Autocontrol de los Recursos Humanos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93" name="Conector recto 92"/>
          <p:cNvCxnSpPr>
            <a:stCxn id="88" idx="3"/>
          </p:cNvCxnSpPr>
          <p:nvPr/>
        </p:nvCxnSpPr>
        <p:spPr>
          <a:xfrm>
            <a:off x="1660296" y="5817155"/>
            <a:ext cx="479265" cy="4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upo 96"/>
          <p:cNvGrpSpPr/>
          <p:nvPr/>
        </p:nvGrpSpPr>
        <p:grpSpPr>
          <a:xfrm>
            <a:off x="4073448" y="1235912"/>
            <a:ext cx="1184931" cy="763761"/>
            <a:chOff x="11687370" y="2804141"/>
            <a:chExt cx="367776" cy="299141"/>
          </a:xfrm>
          <a:solidFill>
            <a:schemeClr val="accent2"/>
          </a:solidFill>
        </p:grpSpPr>
        <p:sp>
          <p:nvSpPr>
            <p:cNvPr id="98" name="Rectángulo 97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9" name="Rectángulo 98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Calidad Organización y Planificación</a:t>
              </a:r>
            </a:p>
          </p:txBody>
        </p:sp>
      </p:grpSp>
      <p:grpSp>
        <p:nvGrpSpPr>
          <p:cNvPr id="103" name="Grupo 102"/>
          <p:cNvGrpSpPr/>
          <p:nvPr/>
        </p:nvGrpSpPr>
        <p:grpSpPr>
          <a:xfrm>
            <a:off x="5639274" y="1235912"/>
            <a:ext cx="1184931" cy="763761"/>
            <a:chOff x="11687370" y="2804141"/>
            <a:chExt cx="367776" cy="299141"/>
          </a:xfrm>
          <a:solidFill>
            <a:schemeClr val="accent2"/>
          </a:solidFill>
        </p:grpSpPr>
        <p:sp>
          <p:nvSpPr>
            <p:cNvPr id="104" name="Rectángulo 103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5" name="Rectángulo 104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Comunicación Institucional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6" name="Grupo 105"/>
          <p:cNvGrpSpPr/>
          <p:nvPr/>
        </p:nvGrpSpPr>
        <p:grpSpPr>
          <a:xfrm>
            <a:off x="4383443" y="2343200"/>
            <a:ext cx="1102958" cy="506133"/>
            <a:chOff x="11687370" y="2804141"/>
            <a:chExt cx="367776" cy="299141"/>
          </a:xfrm>
          <a:solidFill>
            <a:schemeClr val="accent2"/>
          </a:solidFill>
        </p:grpSpPr>
        <p:sp>
          <p:nvSpPr>
            <p:cNvPr id="107" name="Rectángulo 106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8" name="Rectángulo 107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Calidad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9" name="Grupo 108"/>
          <p:cNvGrpSpPr/>
          <p:nvPr/>
        </p:nvGrpSpPr>
        <p:grpSpPr>
          <a:xfrm>
            <a:off x="4383430" y="3258102"/>
            <a:ext cx="1122616" cy="730004"/>
            <a:chOff x="11687370" y="2804141"/>
            <a:chExt cx="374331" cy="299141"/>
          </a:xfrm>
          <a:solidFill>
            <a:schemeClr val="accent2"/>
          </a:solidFill>
        </p:grpSpPr>
        <p:sp>
          <p:nvSpPr>
            <p:cNvPr id="110" name="Rectángulo 109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1" name="Rectángulo 110"/>
            <p:cNvSpPr/>
            <p:nvPr/>
          </p:nvSpPr>
          <p:spPr>
            <a:xfrm>
              <a:off x="11693925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Organización y Planificación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12" name="Conector recto 111"/>
          <p:cNvCxnSpPr/>
          <p:nvPr/>
        </p:nvCxnSpPr>
        <p:spPr>
          <a:xfrm flipV="1">
            <a:off x="4230478" y="1999673"/>
            <a:ext cx="0" cy="1701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/>
          <p:cNvCxnSpPr/>
          <p:nvPr/>
        </p:nvCxnSpPr>
        <p:spPr>
          <a:xfrm>
            <a:off x="4225464" y="2618214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/>
          <p:cNvCxnSpPr/>
          <p:nvPr/>
        </p:nvCxnSpPr>
        <p:spPr>
          <a:xfrm>
            <a:off x="4225464" y="3707048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649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7888077" y="1799593"/>
            <a:ext cx="1594428" cy="1180122"/>
            <a:chOff x="5960887" y="2279246"/>
            <a:chExt cx="1015202" cy="638678"/>
          </a:xfrm>
          <a:solidFill>
            <a:srgbClr val="00B050"/>
          </a:solidFill>
        </p:grpSpPr>
        <p:sp>
          <p:nvSpPr>
            <p:cNvPr id="5" name="Rectángulo 4"/>
            <p:cNvSpPr/>
            <p:nvPr/>
          </p:nvSpPr>
          <p:spPr>
            <a:xfrm>
              <a:off x="5960887" y="2279246"/>
              <a:ext cx="1015202" cy="63867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960887" y="2279246"/>
              <a:ext cx="1015202" cy="63867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Formación de Pregrado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10259547" y="1812612"/>
            <a:ext cx="1715787" cy="1036902"/>
            <a:chOff x="5960887" y="2279246"/>
            <a:chExt cx="1015202" cy="638678"/>
          </a:xfrm>
          <a:solidFill>
            <a:srgbClr val="00B050"/>
          </a:solidFill>
        </p:grpSpPr>
        <p:sp>
          <p:nvSpPr>
            <p:cNvPr id="14" name="Rectángulo 13"/>
            <p:cNvSpPr/>
            <p:nvPr/>
          </p:nvSpPr>
          <p:spPr>
            <a:xfrm>
              <a:off x="5960887" y="2279246"/>
              <a:ext cx="1015202" cy="638678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ectángulo 14"/>
            <p:cNvSpPr/>
            <p:nvPr/>
          </p:nvSpPr>
          <p:spPr>
            <a:xfrm>
              <a:off x="5960887" y="2279246"/>
              <a:ext cx="1015202" cy="63867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de enseñanza Militar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1" name="CuadroTexto 20"/>
          <p:cNvSpPr txBox="1"/>
          <p:nvPr/>
        </p:nvSpPr>
        <p:spPr>
          <a:xfrm>
            <a:off x="7888077" y="473725"/>
            <a:ext cx="4087257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PROCESOS O ÁREAS ATENDIDOS POR EL VR 5</a:t>
            </a:r>
            <a:endParaRPr lang="es-E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" name="Grupo 22"/>
          <p:cNvGrpSpPr/>
          <p:nvPr/>
        </p:nvGrpSpPr>
        <p:grpSpPr>
          <a:xfrm>
            <a:off x="1205413" y="1235913"/>
            <a:ext cx="1492655" cy="699640"/>
            <a:chOff x="525994" y="2228826"/>
            <a:chExt cx="937185" cy="456342"/>
          </a:xfrm>
          <a:solidFill>
            <a:schemeClr val="accent3">
              <a:lumMod val="75000"/>
            </a:schemeClr>
          </a:solidFill>
        </p:grpSpPr>
        <p:sp>
          <p:nvSpPr>
            <p:cNvPr id="24" name="Rectángulo 23"/>
            <p:cNvSpPr/>
            <p:nvPr/>
          </p:nvSpPr>
          <p:spPr>
            <a:xfrm>
              <a:off x="525994" y="2228827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ectángulo 2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Residencia Estudiantil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120411" y="2794096"/>
            <a:ext cx="1492655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27" name="Rectángulo 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ectángulo 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Residencia Estudiantil OLM-MFR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38" name="Conector recto 37"/>
          <p:cNvCxnSpPr/>
          <p:nvPr/>
        </p:nvCxnSpPr>
        <p:spPr>
          <a:xfrm flipH="1">
            <a:off x="1854696" y="1902738"/>
            <a:ext cx="10249" cy="3918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/>
          <p:cNvCxnSpPr/>
          <p:nvPr/>
        </p:nvCxnSpPr>
        <p:spPr>
          <a:xfrm flipV="1">
            <a:off x="1613066" y="3031720"/>
            <a:ext cx="4903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upo 43"/>
          <p:cNvGrpSpPr/>
          <p:nvPr/>
        </p:nvGrpSpPr>
        <p:grpSpPr>
          <a:xfrm>
            <a:off x="323764" y="3902147"/>
            <a:ext cx="1459193" cy="627588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45" name="Rectángulo 4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6" name="Rectángulo 4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Administración Residencia OLM-MFR 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7" name="Conector recto 46"/>
          <p:cNvCxnSpPr/>
          <p:nvPr/>
        </p:nvCxnSpPr>
        <p:spPr>
          <a:xfrm flipH="1" flipV="1">
            <a:off x="155850" y="3493736"/>
            <a:ext cx="11791" cy="721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/>
          <p:cNvCxnSpPr/>
          <p:nvPr/>
        </p:nvCxnSpPr>
        <p:spPr>
          <a:xfrm>
            <a:off x="167641" y="4214894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upo 65"/>
          <p:cNvGrpSpPr/>
          <p:nvPr/>
        </p:nvGrpSpPr>
        <p:grpSpPr>
          <a:xfrm>
            <a:off x="5133215" y="1232308"/>
            <a:ext cx="1184931" cy="763761"/>
            <a:chOff x="11687370" y="2804141"/>
            <a:chExt cx="367776" cy="299141"/>
          </a:xfrm>
          <a:solidFill>
            <a:schemeClr val="accent3">
              <a:lumMod val="75000"/>
            </a:schemeClr>
          </a:solidFill>
        </p:grpSpPr>
        <p:sp>
          <p:nvSpPr>
            <p:cNvPr id="67" name="Rectángulo 66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8" name="Rectángulo 67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Extensión </a:t>
              </a:r>
              <a:r>
                <a:rPr lang="es-ES" sz="14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Unversitaria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2" name="Grupo 71"/>
          <p:cNvGrpSpPr/>
          <p:nvPr/>
        </p:nvGrpSpPr>
        <p:grpSpPr>
          <a:xfrm>
            <a:off x="4383443" y="2343200"/>
            <a:ext cx="1102958" cy="633845"/>
            <a:chOff x="11687370" y="2804141"/>
            <a:chExt cx="367776" cy="299141"/>
          </a:xfrm>
          <a:solidFill>
            <a:schemeClr val="accent3">
              <a:lumMod val="75000"/>
            </a:schemeClr>
          </a:solidFill>
        </p:grpSpPr>
        <p:sp>
          <p:nvSpPr>
            <p:cNvPr id="73" name="Rectángulo 72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4" name="Rectángulo 73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Extensión Universitaria  OLM-MFR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78" name="Conector recto 77"/>
          <p:cNvCxnSpPr/>
          <p:nvPr/>
        </p:nvCxnSpPr>
        <p:spPr>
          <a:xfrm flipH="1" flipV="1">
            <a:off x="5695721" y="1982654"/>
            <a:ext cx="0" cy="6626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/>
          <p:cNvCxnSpPr>
            <a:endCxn id="116" idx="1"/>
          </p:cNvCxnSpPr>
          <p:nvPr/>
        </p:nvCxnSpPr>
        <p:spPr>
          <a:xfrm>
            <a:off x="5486388" y="2645305"/>
            <a:ext cx="4146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upo 81"/>
          <p:cNvGrpSpPr/>
          <p:nvPr/>
        </p:nvGrpSpPr>
        <p:grpSpPr>
          <a:xfrm>
            <a:off x="2028684" y="2012483"/>
            <a:ext cx="1102958" cy="506133"/>
            <a:chOff x="11687370" y="2804141"/>
            <a:chExt cx="367776" cy="299141"/>
          </a:xfrm>
          <a:solidFill>
            <a:schemeClr val="accent3">
              <a:lumMod val="75000"/>
            </a:schemeClr>
          </a:solidFill>
        </p:grpSpPr>
        <p:sp>
          <p:nvSpPr>
            <p:cNvPr id="83" name="Rectángulo 82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4" name="Rectángulo 83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Subdirector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85" name="Conector recto 84"/>
          <p:cNvCxnSpPr/>
          <p:nvPr/>
        </p:nvCxnSpPr>
        <p:spPr>
          <a:xfrm>
            <a:off x="1870705" y="2287497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upo 94"/>
          <p:cNvGrpSpPr/>
          <p:nvPr/>
        </p:nvGrpSpPr>
        <p:grpSpPr>
          <a:xfrm>
            <a:off x="192150" y="4713205"/>
            <a:ext cx="1492655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96" name="Rectángulo 9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7" name="Rectángulo 9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Residencia Estudiantil JLC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8" name="Grupo 97"/>
          <p:cNvGrpSpPr/>
          <p:nvPr/>
        </p:nvGrpSpPr>
        <p:grpSpPr>
          <a:xfrm>
            <a:off x="395503" y="5821256"/>
            <a:ext cx="1459193" cy="627588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99" name="Rectángulo 9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0" name="Rectángulo 9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Administración Residencia 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01" name="Conector recto 100"/>
          <p:cNvCxnSpPr/>
          <p:nvPr/>
        </p:nvCxnSpPr>
        <p:spPr>
          <a:xfrm flipH="1" flipV="1">
            <a:off x="227589" y="5412845"/>
            <a:ext cx="11791" cy="721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/>
          <p:cNvCxnSpPr/>
          <p:nvPr/>
        </p:nvCxnSpPr>
        <p:spPr>
          <a:xfrm>
            <a:off x="2142351" y="4219508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upo 102"/>
          <p:cNvGrpSpPr/>
          <p:nvPr/>
        </p:nvGrpSpPr>
        <p:grpSpPr>
          <a:xfrm>
            <a:off x="2106912" y="2798710"/>
            <a:ext cx="1492655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104" name="Rectángulo 10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5" name="Rectángulo 10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Residencia Estudiantil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6" name="Grupo 105"/>
          <p:cNvGrpSpPr/>
          <p:nvPr/>
        </p:nvGrpSpPr>
        <p:grpSpPr>
          <a:xfrm>
            <a:off x="2247740" y="3902147"/>
            <a:ext cx="1459193" cy="627588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107" name="Rectángulo 10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8" name="Rectángulo 10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Administración Residencia CSM 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09" name="Conector recto 108"/>
          <p:cNvCxnSpPr/>
          <p:nvPr/>
        </p:nvCxnSpPr>
        <p:spPr>
          <a:xfrm flipH="1" flipV="1">
            <a:off x="2142351" y="3498350"/>
            <a:ext cx="11791" cy="721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/>
          <p:cNvCxnSpPr/>
          <p:nvPr/>
        </p:nvCxnSpPr>
        <p:spPr>
          <a:xfrm>
            <a:off x="269232" y="6134003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uadroTexto 113"/>
          <p:cNvSpPr txBox="1"/>
          <p:nvPr/>
        </p:nvSpPr>
        <p:spPr>
          <a:xfrm>
            <a:off x="347641" y="472708"/>
            <a:ext cx="4087257" cy="646331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PROCESOS O ÁREAS ATENDIDOS POR EL VR 4</a:t>
            </a:r>
            <a:endParaRPr lang="es-E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15" name="Grupo 114"/>
          <p:cNvGrpSpPr/>
          <p:nvPr/>
        </p:nvGrpSpPr>
        <p:grpSpPr>
          <a:xfrm>
            <a:off x="5901001" y="2345886"/>
            <a:ext cx="1102958" cy="633845"/>
            <a:chOff x="11687370" y="2804141"/>
            <a:chExt cx="367776" cy="299141"/>
          </a:xfrm>
          <a:solidFill>
            <a:schemeClr val="accent3">
              <a:lumMod val="75000"/>
            </a:schemeClr>
          </a:solidFill>
        </p:grpSpPr>
        <p:sp>
          <p:nvSpPr>
            <p:cNvPr id="116" name="Rectángulo 115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7" name="Rectángulo 116"/>
            <p:cNvSpPr/>
            <p:nvPr/>
          </p:nvSpPr>
          <p:spPr>
            <a:xfrm>
              <a:off x="11687370" y="2804141"/>
              <a:ext cx="367776" cy="2991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Extensión Universitaria  JLC-CSM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027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sz="9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DIRECCIONES GENERALES</a:t>
            </a:r>
            <a:endParaRPr lang="es-ES" sz="9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979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/>
          <p:cNvGrpSpPr/>
          <p:nvPr/>
        </p:nvGrpSpPr>
        <p:grpSpPr>
          <a:xfrm>
            <a:off x="5228704" y="430767"/>
            <a:ext cx="1747024" cy="699639"/>
            <a:chOff x="525994" y="2228826"/>
            <a:chExt cx="937185" cy="456341"/>
          </a:xfrm>
        </p:grpSpPr>
        <p:sp>
          <p:nvSpPr>
            <p:cNvPr id="13" name="Rectángulo 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ectángulo 1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General 1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2257156" y="1456889"/>
            <a:ext cx="1492655" cy="699639"/>
            <a:chOff x="525994" y="2228826"/>
            <a:chExt cx="937185" cy="456341"/>
          </a:xfrm>
          <a:solidFill>
            <a:schemeClr val="accent2">
              <a:lumMod val="50000"/>
            </a:schemeClr>
          </a:solidFill>
        </p:grpSpPr>
        <p:sp>
          <p:nvSpPr>
            <p:cNvPr id="16" name="Rectángulo 1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Rectángulo 1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Economía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5753314" y="1456889"/>
            <a:ext cx="1492655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19" name="Rectángulo 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Rectángulo 1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Alojamiento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8193322" y="1455645"/>
            <a:ext cx="1492655" cy="699639"/>
            <a:chOff x="525994" y="2228826"/>
            <a:chExt cx="937185" cy="456341"/>
          </a:xfrm>
          <a:solidFill>
            <a:srgbClr val="FF0000"/>
          </a:solidFill>
        </p:grpSpPr>
        <p:sp>
          <p:nvSpPr>
            <p:cNvPr id="22" name="Rectángulo 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Exportaciones y Comercialización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1060259" y="2308102"/>
            <a:ext cx="1492655" cy="699639"/>
            <a:chOff x="525994" y="2228826"/>
            <a:chExt cx="937185" cy="456341"/>
          </a:xfrm>
          <a:solidFill>
            <a:schemeClr val="accent2">
              <a:lumMod val="50000"/>
            </a:schemeClr>
          </a:solidFill>
        </p:grpSpPr>
        <p:sp>
          <p:nvSpPr>
            <p:cNvPr id="25" name="Rectángulo 2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Rectángulo 2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Contabilidad General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1060258" y="3360456"/>
            <a:ext cx="1492655" cy="699639"/>
            <a:chOff x="525994" y="2228826"/>
            <a:chExt cx="937185" cy="456341"/>
          </a:xfrm>
          <a:solidFill>
            <a:schemeClr val="accent2">
              <a:lumMod val="50000"/>
            </a:schemeClr>
          </a:solidFill>
        </p:grpSpPr>
        <p:sp>
          <p:nvSpPr>
            <p:cNvPr id="28" name="Rectángulo 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Rectángulo 2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Inventarios y Activos fijos tangibles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1060257" y="4409917"/>
            <a:ext cx="1492655" cy="699639"/>
            <a:chOff x="525994" y="2228826"/>
            <a:chExt cx="937185" cy="456341"/>
          </a:xfrm>
          <a:solidFill>
            <a:schemeClr val="accent2">
              <a:lumMod val="50000"/>
            </a:schemeClr>
          </a:solidFill>
        </p:grpSpPr>
        <p:sp>
          <p:nvSpPr>
            <p:cNvPr id="31" name="Rectángulo 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Rectángulo 3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Presupuesto y Finanzas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3" name="Grupo 32"/>
          <p:cNvGrpSpPr/>
          <p:nvPr/>
        </p:nvGrpSpPr>
        <p:grpSpPr>
          <a:xfrm>
            <a:off x="3303262" y="2346506"/>
            <a:ext cx="1492655" cy="699639"/>
            <a:chOff x="525994" y="2228826"/>
            <a:chExt cx="937185" cy="456341"/>
          </a:xfrm>
          <a:solidFill>
            <a:schemeClr val="accent2">
              <a:lumMod val="50000"/>
            </a:schemeClr>
          </a:solidFill>
        </p:grpSpPr>
        <p:sp>
          <p:nvSpPr>
            <p:cNvPr id="34" name="Rectángulo 3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Rectángulo 3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Contabilidad CSM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303261" y="3360456"/>
            <a:ext cx="1492655" cy="699639"/>
            <a:chOff x="525994" y="2228826"/>
            <a:chExt cx="937185" cy="456341"/>
          </a:xfrm>
          <a:solidFill>
            <a:schemeClr val="accent2">
              <a:lumMod val="50000"/>
            </a:schemeClr>
          </a:solidFill>
        </p:grpSpPr>
        <p:sp>
          <p:nvSpPr>
            <p:cNvPr id="37" name="Rectángulo 3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ectángulo 3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Contabilidad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3303261" y="4418196"/>
            <a:ext cx="1492655" cy="699639"/>
            <a:chOff x="525994" y="2228826"/>
            <a:chExt cx="937185" cy="456341"/>
          </a:xfrm>
          <a:solidFill>
            <a:schemeClr val="accent2">
              <a:lumMod val="50000"/>
            </a:schemeClr>
          </a:solidFill>
        </p:grpSpPr>
        <p:sp>
          <p:nvSpPr>
            <p:cNvPr id="40" name="Rectángulo 3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1" name="Rectángulo 4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Contabilidad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2" name="Grupo 41"/>
          <p:cNvGrpSpPr/>
          <p:nvPr/>
        </p:nvGrpSpPr>
        <p:grpSpPr>
          <a:xfrm>
            <a:off x="5134171" y="2346505"/>
            <a:ext cx="1492655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43" name="Rectángulo 4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4" name="Rectángulo 4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Residencia Posgrado Académico OLM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5" name="Grupo 44"/>
          <p:cNvGrpSpPr/>
          <p:nvPr/>
        </p:nvGrpSpPr>
        <p:grpSpPr>
          <a:xfrm>
            <a:off x="5134171" y="3386851"/>
            <a:ext cx="1492655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46" name="Rectángulo 4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Rectángulo 4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Residencia Posgrado Académico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8" name="Grupo 47"/>
          <p:cNvGrpSpPr/>
          <p:nvPr/>
        </p:nvGrpSpPr>
        <p:grpSpPr>
          <a:xfrm>
            <a:off x="7081917" y="2346505"/>
            <a:ext cx="1492655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49" name="Rectángulo 4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0" name="Rectángulo 4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Residencia Posgrado Académico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1" name="Grupo 50"/>
          <p:cNvGrpSpPr/>
          <p:nvPr/>
        </p:nvGrpSpPr>
        <p:grpSpPr>
          <a:xfrm>
            <a:off x="7081917" y="3386851"/>
            <a:ext cx="1492655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52" name="Rectángulo 5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Rectángulo 5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Residencia Posgrado Académico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4" name="Conector recto 53"/>
          <p:cNvCxnSpPr/>
          <p:nvPr/>
        </p:nvCxnSpPr>
        <p:spPr>
          <a:xfrm flipH="1">
            <a:off x="2944011" y="2156124"/>
            <a:ext cx="1" cy="2611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/>
          <p:cNvCxnSpPr/>
          <p:nvPr/>
        </p:nvCxnSpPr>
        <p:spPr>
          <a:xfrm>
            <a:off x="2552912" y="2813102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/>
          <p:cNvCxnSpPr/>
          <p:nvPr/>
        </p:nvCxnSpPr>
        <p:spPr>
          <a:xfrm>
            <a:off x="2549198" y="3812996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/>
          <p:cNvCxnSpPr/>
          <p:nvPr/>
        </p:nvCxnSpPr>
        <p:spPr>
          <a:xfrm>
            <a:off x="2578935" y="4757133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/>
          <p:cNvCxnSpPr/>
          <p:nvPr/>
        </p:nvCxnSpPr>
        <p:spPr>
          <a:xfrm flipH="1">
            <a:off x="6854371" y="2145242"/>
            <a:ext cx="1" cy="159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/>
          <p:cNvCxnSpPr>
            <a:stCxn id="44" idx="3"/>
            <a:endCxn id="50" idx="1"/>
          </p:cNvCxnSpPr>
          <p:nvPr/>
        </p:nvCxnSpPr>
        <p:spPr>
          <a:xfrm>
            <a:off x="6626826" y="2696325"/>
            <a:ext cx="455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/>
          <p:cNvCxnSpPr/>
          <p:nvPr/>
        </p:nvCxnSpPr>
        <p:spPr>
          <a:xfrm>
            <a:off x="6543189" y="3736670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/>
          <p:cNvCxnSpPr/>
          <p:nvPr/>
        </p:nvCxnSpPr>
        <p:spPr>
          <a:xfrm>
            <a:off x="2965006" y="1305315"/>
            <a:ext cx="62744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/>
          <p:cNvCxnSpPr>
            <a:stCxn id="16" idx="0"/>
          </p:cNvCxnSpPr>
          <p:nvPr/>
        </p:nvCxnSpPr>
        <p:spPr>
          <a:xfrm flipH="1" flipV="1">
            <a:off x="2965006" y="1305316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/>
          <p:cNvCxnSpPr/>
          <p:nvPr/>
        </p:nvCxnSpPr>
        <p:spPr>
          <a:xfrm flipV="1">
            <a:off x="6195143" y="1292302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/>
          <p:cNvCxnSpPr/>
          <p:nvPr/>
        </p:nvCxnSpPr>
        <p:spPr>
          <a:xfrm flipV="1">
            <a:off x="9239427" y="1310883"/>
            <a:ext cx="0" cy="144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/>
          <p:cNvCxnSpPr/>
          <p:nvPr/>
        </p:nvCxnSpPr>
        <p:spPr>
          <a:xfrm flipV="1">
            <a:off x="6191428" y="1032107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03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5467313" y="166229"/>
            <a:ext cx="1747024" cy="699639"/>
            <a:chOff x="525994" y="2228826"/>
            <a:chExt cx="937185" cy="456341"/>
          </a:xfrm>
        </p:grpSpPr>
        <p:sp>
          <p:nvSpPr>
            <p:cNvPr id="5" name="Rectángulo 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General 2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1280280" y="1192351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8" name="Rectángulo 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ángulo 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Logística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5017249" y="1213879"/>
            <a:ext cx="1492655" cy="699640"/>
            <a:chOff x="525994" y="2228826"/>
            <a:chExt cx="937185" cy="456342"/>
          </a:xfrm>
          <a:solidFill>
            <a:srgbClr val="00B050"/>
          </a:solidFill>
        </p:grpSpPr>
        <p:sp>
          <p:nvSpPr>
            <p:cNvPr id="11" name="Rectángulo 10"/>
            <p:cNvSpPr/>
            <p:nvPr/>
          </p:nvSpPr>
          <p:spPr>
            <a:xfrm>
              <a:off x="525994" y="2228827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ángulo 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Administración Interna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8105001" y="1147154"/>
            <a:ext cx="1492655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14" name="Rectángulo 1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ectángulo 1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Inversiones y Mantenimiento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83383" y="2043564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17" name="Rectángulo 1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ángulo 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Abastecimientos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75953" y="2859941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20" name="Rectángulo 1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ectángulo 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Almacén Central Oscar Lucero Moya 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56860" y="3676318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ángulo 2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Almacén Central José De La Luz Y Caballero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5" name="Grupo 24"/>
          <p:cNvGrpSpPr/>
          <p:nvPr/>
        </p:nvGrpSpPr>
        <p:grpSpPr>
          <a:xfrm>
            <a:off x="2229241" y="2052015"/>
            <a:ext cx="1492655" cy="699644"/>
            <a:chOff x="525994" y="2228826"/>
            <a:chExt cx="937185" cy="456345"/>
          </a:xfrm>
          <a:solidFill>
            <a:schemeClr val="accent2">
              <a:lumMod val="75000"/>
            </a:schemeClr>
          </a:solidFill>
        </p:grpSpPr>
        <p:sp>
          <p:nvSpPr>
            <p:cNvPr id="26" name="Rectángulo 25"/>
            <p:cNvSpPr/>
            <p:nvPr/>
          </p:nvSpPr>
          <p:spPr>
            <a:xfrm>
              <a:off x="525994" y="2228829"/>
              <a:ext cx="937185" cy="456342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Rectángulo 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Logística de Almacenes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8" name="Grupo 27"/>
          <p:cNvGrpSpPr/>
          <p:nvPr/>
        </p:nvGrpSpPr>
        <p:grpSpPr>
          <a:xfrm>
            <a:off x="2225522" y="2887502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29" name="Rectángulo 2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Rectángulo 2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Almacén Víveres Celia Sánchez </a:t>
              </a:r>
              <a:r>
                <a:rPr lang="es-E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Manduley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2225521" y="3751552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32" name="Rectángulo 3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Rectángulo 3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Almacén Víveres José De La Luz Y Caballero</a:t>
              </a:r>
            </a:p>
          </p:txBody>
        </p:sp>
      </p:grpSp>
      <p:grpSp>
        <p:nvGrpSpPr>
          <p:cNvPr id="34" name="Grupo 33"/>
          <p:cNvGrpSpPr/>
          <p:nvPr/>
        </p:nvGrpSpPr>
        <p:grpSpPr>
          <a:xfrm>
            <a:off x="3948343" y="2187863"/>
            <a:ext cx="1492655" cy="699639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35" name="Rectángulo 3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Rectángulo 3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s-ES" sz="1400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Admon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interna OLM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3998065" y="4470873"/>
            <a:ext cx="1492655" cy="699639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38" name="Rectángulo 3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Rectángulo 3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s-E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Admon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interna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5879412" y="2127660"/>
            <a:ext cx="1492655" cy="699639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41" name="Rectángulo 4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Rectángulo 4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s-E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Admon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interna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5904325" y="4507701"/>
            <a:ext cx="1492655" cy="699639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44" name="Rectángulo 4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ectángulo 4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s-E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Admon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interna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6" name="Conector recto 45"/>
          <p:cNvCxnSpPr/>
          <p:nvPr/>
        </p:nvCxnSpPr>
        <p:spPr>
          <a:xfrm flipH="1">
            <a:off x="1924689" y="1891586"/>
            <a:ext cx="42448" cy="3811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/>
          <p:nvPr/>
        </p:nvCxnSpPr>
        <p:spPr>
          <a:xfrm>
            <a:off x="1523244" y="3171240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/>
          <p:cNvCxnSpPr/>
          <p:nvPr/>
        </p:nvCxnSpPr>
        <p:spPr>
          <a:xfrm>
            <a:off x="1523245" y="4028506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/>
          <p:cNvCxnSpPr/>
          <p:nvPr/>
        </p:nvCxnSpPr>
        <p:spPr>
          <a:xfrm>
            <a:off x="1463772" y="4857520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H="1">
            <a:off x="5667445" y="1880704"/>
            <a:ext cx="9336" cy="2976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/>
          <p:cNvCxnSpPr/>
          <p:nvPr/>
        </p:nvCxnSpPr>
        <p:spPr>
          <a:xfrm>
            <a:off x="5301604" y="2445305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/>
          <p:cNvCxnSpPr/>
          <p:nvPr/>
        </p:nvCxnSpPr>
        <p:spPr>
          <a:xfrm>
            <a:off x="5201048" y="4861622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/>
          <p:cNvCxnSpPr/>
          <p:nvPr/>
        </p:nvCxnSpPr>
        <p:spPr>
          <a:xfrm>
            <a:off x="1988130" y="1027764"/>
            <a:ext cx="9335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/>
          <p:cNvCxnSpPr/>
          <p:nvPr/>
        </p:nvCxnSpPr>
        <p:spPr>
          <a:xfrm flipV="1">
            <a:off x="1988130" y="1040777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/>
          <p:cNvCxnSpPr/>
          <p:nvPr/>
        </p:nvCxnSpPr>
        <p:spPr>
          <a:xfrm flipV="1">
            <a:off x="5763576" y="1040776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/>
          <p:cNvCxnSpPr/>
          <p:nvPr/>
        </p:nvCxnSpPr>
        <p:spPr>
          <a:xfrm flipV="1">
            <a:off x="9098895" y="1026165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/>
          <p:cNvCxnSpPr/>
          <p:nvPr/>
        </p:nvCxnSpPr>
        <p:spPr>
          <a:xfrm flipV="1">
            <a:off x="6430037" y="767569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o 57"/>
          <p:cNvGrpSpPr/>
          <p:nvPr/>
        </p:nvGrpSpPr>
        <p:grpSpPr>
          <a:xfrm>
            <a:off x="56860" y="4507701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59" name="Rectángulo 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0" name="Rectángulo 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Almacén Central Textos Oscar Lucero Moya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1" name="Grupo 60"/>
          <p:cNvGrpSpPr/>
          <p:nvPr/>
        </p:nvGrpSpPr>
        <p:grpSpPr>
          <a:xfrm>
            <a:off x="2225521" y="4582935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62" name="Rectángulo 6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Rectángulo 6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Almacén Víveres Oscar Lucero Moya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4" name="Conector recto 63"/>
          <p:cNvCxnSpPr/>
          <p:nvPr/>
        </p:nvCxnSpPr>
        <p:spPr>
          <a:xfrm>
            <a:off x="1174340" y="5703119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o 64"/>
          <p:cNvGrpSpPr/>
          <p:nvPr/>
        </p:nvGrpSpPr>
        <p:grpSpPr>
          <a:xfrm>
            <a:off x="83381" y="5437862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66" name="Rectángulo 6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7" name="Rectángulo 6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Almacén Textos José De La Luz y Caballero</a:t>
              </a:r>
            </a:p>
          </p:txBody>
        </p:sp>
      </p:grpSp>
      <p:cxnSp>
        <p:nvCxnSpPr>
          <p:cNvPr id="70" name="Conector recto 69"/>
          <p:cNvCxnSpPr/>
          <p:nvPr/>
        </p:nvCxnSpPr>
        <p:spPr>
          <a:xfrm>
            <a:off x="1549514" y="2443513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upo 72"/>
          <p:cNvGrpSpPr/>
          <p:nvPr/>
        </p:nvGrpSpPr>
        <p:grpSpPr>
          <a:xfrm>
            <a:off x="4135601" y="3061158"/>
            <a:ext cx="1386970" cy="349820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74" name="Rectángulo 7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5" name="Rectángulo 7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Alimentos OLM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6" name="Grupo 75"/>
          <p:cNvGrpSpPr/>
          <p:nvPr/>
        </p:nvGrpSpPr>
        <p:grpSpPr>
          <a:xfrm>
            <a:off x="4135601" y="3486210"/>
            <a:ext cx="1175097" cy="349820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77" name="Rectángulo 7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8" name="Rectángulo 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Servicios OLM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9" name="Grupo 78"/>
          <p:cNvGrpSpPr/>
          <p:nvPr/>
        </p:nvGrpSpPr>
        <p:grpSpPr>
          <a:xfrm>
            <a:off x="4135600" y="3880113"/>
            <a:ext cx="1459193" cy="428189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80" name="Rectángulo 7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1" name="Rectángulo 8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Edificio Docente OLM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82" name="Conector recto 81"/>
          <p:cNvCxnSpPr/>
          <p:nvPr/>
        </p:nvCxnSpPr>
        <p:spPr>
          <a:xfrm flipV="1">
            <a:off x="3979477" y="2887503"/>
            <a:ext cx="0" cy="1305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/>
          <p:cNvCxnSpPr>
            <a:endCxn id="74" idx="1"/>
          </p:cNvCxnSpPr>
          <p:nvPr/>
        </p:nvCxnSpPr>
        <p:spPr>
          <a:xfrm>
            <a:off x="3979477" y="3170710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/>
          <p:cNvCxnSpPr/>
          <p:nvPr/>
        </p:nvCxnSpPr>
        <p:spPr>
          <a:xfrm>
            <a:off x="3998065" y="3735704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/>
          <p:cNvCxnSpPr/>
          <p:nvPr/>
        </p:nvCxnSpPr>
        <p:spPr>
          <a:xfrm>
            <a:off x="3979477" y="4192860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o 87"/>
          <p:cNvGrpSpPr/>
          <p:nvPr/>
        </p:nvGrpSpPr>
        <p:grpSpPr>
          <a:xfrm>
            <a:off x="6061044" y="2979384"/>
            <a:ext cx="1386970" cy="349820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89" name="Rectángulo 8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0" name="Rectángulo 8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Alimentos 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1" name="Grupo 90"/>
          <p:cNvGrpSpPr/>
          <p:nvPr/>
        </p:nvGrpSpPr>
        <p:grpSpPr>
          <a:xfrm>
            <a:off x="6061044" y="3404436"/>
            <a:ext cx="1175097" cy="349820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92" name="Rectángulo 9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3" name="Rectángulo 9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Servicios 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4" name="Grupo 93"/>
          <p:cNvGrpSpPr/>
          <p:nvPr/>
        </p:nvGrpSpPr>
        <p:grpSpPr>
          <a:xfrm>
            <a:off x="6061043" y="3798339"/>
            <a:ext cx="1459193" cy="428189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95" name="Rectángulo 9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6" name="Rectángulo 9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Edificio Docente 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97" name="Conector recto 96"/>
          <p:cNvCxnSpPr/>
          <p:nvPr/>
        </p:nvCxnSpPr>
        <p:spPr>
          <a:xfrm flipV="1">
            <a:off x="5904920" y="2805729"/>
            <a:ext cx="0" cy="1305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/>
          <p:cNvCxnSpPr>
            <a:endCxn id="89" idx="1"/>
          </p:cNvCxnSpPr>
          <p:nvPr/>
        </p:nvCxnSpPr>
        <p:spPr>
          <a:xfrm>
            <a:off x="5904920" y="3088936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/>
          <p:cNvCxnSpPr/>
          <p:nvPr/>
        </p:nvCxnSpPr>
        <p:spPr>
          <a:xfrm>
            <a:off x="5923508" y="3653930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/>
          <p:cNvCxnSpPr/>
          <p:nvPr/>
        </p:nvCxnSpPr>
        <p:spPr>
          <a:xfrm>
            <a:off x="5904920" y="4111086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upo 100"/>
          <p:cNvGrpSpPr/>
          <p:nvPr/>
        </p:nvGrpSpPr>
        <p:grpSpPr>
          <a:xfrm>
            <a:off x="4207823" y="5215544"/>
            <a:ext cx="1386970" cy="349820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102" name="Rectángulo 10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3" name="Rectángulo 10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Alimentos 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4" name="Grupo 103"/>
          <p:cNvGrpSpPr/>
          <p:nvPr/>
        </p:nvGrpSpPr>
        <p:grpSpPr>
          <a:xfrm>
            <a:off x="4231699" y="5608055"/>
            <a:ext cx="1175097" cy="349820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105" name="Rectángulo 10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6" name="Rectángulo 10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Servicios 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7" name="Grupo 106"/>
          <p:cNvGrpSpPr/>
          <p:nvPr/>
        </p:nvGrpSpPr>
        <p:grpSpPr>
          <a:xfrm>
            <a:off x="4231699" y="6000566"/>
            <a:ext cx="1459193" cy="428189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108" name="Rectángulo 10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9" name="Rectángulo 10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Edificio Docente 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10" name="Conector recto 109"/>
          <p:cNvCxnSpPr/>
          <p:nvPr/>
        </p:nvCxnSpPr>
        <p:spPr>
          <a:xfrm flipV="1">
            <a:off x="4069477" y="4909303"/>
            <a:ext cx="0" cy="1305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/>
          <p:cNvCxnSpPr>
            <a:endCxn id="102" idx="1"/>
          </p:cNvCxnSpPr>
          <p:nvPr/>
        </p:nvCxnSpPr>
        <p:spPr>
          <a:xfrm>
            <a:off x="4051699" y="5325096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/>
          <p:cNvCxnSpPr/>
          <p:nvPr/>
        </p:nvCxnSpPr>
        <p:spPr>
          <a:xfrm>
            <a:off x="4069477" y="5782965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/>
          <p:cNvCxnSpPr/>
          <p:nvPr/>
        </p:nvCxnSpPr>
        <p:spPr>
          <a:xfrm>
            <a:off x="4069477" y="6214660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upo 113"/>
          <p:cNvGrpSpPr/>
          <p:nvPr/>
        </p:nvGrpSpPr>
        <p:grpSpPr>
          <a:xfrm>
            <a:off x="6107521" y="5246350"/>
            <a:ext cx="1386970" cy="349820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115" name="Rectángulo 11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6" name="Rectángulo 11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Alimentos 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17" name="Grupo 116"/>
          <p:cNvGrpSpPr/>
          <p:nvPr/>
        </p:nvGrpSpPr>
        <p:grpSpPr>
          <a:xfrm>
            <a:off x="6107521" y="5671402"/>
            <a:ext cx="1175097" cy="349820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118" name="Rectángulo 1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9" name="Rectángulo 1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Servicios 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20" name="Grupo 119"/>
          <p:cNvGrpSpPr/>
          <p:nvPr/>
        </p:nvGrpSpPr>
        <p:grpSpPr>
          <a:xfrm>
            <a:off x="6107520" y="6065305"/>
            <a:ext cx="1459193" cy="428189"/>
            <a:chOff x="525994" y="2228826"/>
            <a:chExt cx="937185" cy="456341"/>
          </a:xfrm>
          <a:solidFill>
            <a:srgbClr val="00B050"/>
          </a:solidFill>
        </p:grpSpPr>
        <p:sp>
          <p:nvSpPr>
            <p:cNvPr id="121" name="Rectángulo 1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2" name="Rectángulo 1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Edificio Docente 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23" name="Conector recto 122"/>
          <p:cNvCxnSpPr/>
          <p:nvPr/>
        </p:nvCxnSpPr>
        <p:spPr>
          <a:xfrm flipV="1">
            <a:off x="5951397" y="5072695"/>
            <a:ext cx="0" cy="1305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/>
          <p:cNvCxnSpPr>
            <a:endCxn id="115" idx="1"/>
          </p:cNvCxnSpPr>
          <p:nvPr/>
        </p:nvCxnSpPr>
        <p:spPr>
          <a:xfrm>
            <a:off x="5951397" y="5355902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cto 124"/>
          <p:cNvCxnSpPr/>
          <p:nvPr/>
        </p:nvCxnSpPr>
        <p:spPr>
          <a:xfrm>
            <a:off x="5969985" y="5920896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/>
          <p:cNvCxnSpPr/>
          <p:nvPr/>
        </p:nvCxnSpPr>
        <p:spPr>
          <a:xfrm>
            <a:off x="5951397" y="6378052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upo 126"/>
          <p:cNvGrpSpPr/>
          <p:nvPr/>
        </p:nvGrpSpPr>
        <p:grpSpPr>
          <a:xfrm>
            <a:off x="7574699" y="1999407"/>
            <a:ext cx="1306788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128" name="Rectángulo 1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9" name="Rectángulo 12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Mantenimiento OLM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0" name="Grupo 129"/>
          <p:cNvGrpSpPr/>
          <p:nvPr/>
        </p:nvGrpSpPr>
        <p:grpSpPr>
          <a:xfrm>
            <a:off x="7567269" y="2815784"/>
            <a:ext cx="1314218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131" name="Rectángulo 1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2" name="Rectángulo 13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Mantenimiento 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3" name="Grupo 132"/>
          <p:cNvGrpSpPr/>
          <p:nvPr/>
        </p:nvGrpSpPr>
        <p:grpSpPr>
          <a:xfrm>
            <a:off x="7548176" y="3632161"/>
            <a:ext cx="1167858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134" name="Rectángulo 13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5" name="Rectángulo 13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Inversiones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6" name="Grupo 135"/>
          <p:cNvGrpSpPr/>
          <p:nvPr/>
        </p:nvGrpSpPr>
        <p:grpSpPr>
          <a:xfrm>
            <a:off x="9218755" y="1952102"/>
            <a:ext cx="1329497" cy="699644"/>
            <a:chOff x="525994" y="2228826"/>
            <a:chExt cx="937185" cy="456345"/>
          </a:xfrm>
          <a:solidFill>
            <a:schemeClr val="accent3">
              <a:lumMod val="75000"/>
            </a:schemeClr>
          </a:solidFill>
        </p:grpSpPr>
        <p:sp>
          <p:nvSpPr>
            <p:cNvPr id="137" name="Rectángulo 136"/>
            <p:cNvSpPr/>
            <p:nvPr/>
          </p:nvSpPr>
          <p:spPr>
            <a:xfrm>
              <a:off x="525994" y="2228829"/>
              <a:ext cx="937185" cy="456342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8" name="Rectángulo 13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Mantenimiento 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9" name="Grupo 138"/>
          <p:cNvGrpSpPr/>
          <p:nvPr/>
        </p:nvGrpSpPr>
        <p:grpSpPr>
          <a:xfrm>
            <a:off x="9215036" y="2787589"/>
            <a:ext cx="1333217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140" name="Rectángulo 13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1" name="Rectángulo 14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Mantenimiento 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42" name="Grupo 141"/>
          <p:cNvGrpSpPr/>
          <p:nvPr/>
        </p:nvGrpSpPr>
        <p:grpSpPr>
          <a:xfrm>
            <a:off x="9215036" y="3651639"/>
            <a:ext cx="1333216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143" name="Rectángulo 14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4" name="Rectángulo 14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Mantenimiento especializado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45" name="Conector recto 144"/>
          <p:cNvCxnSpPr/>
          <p:nvPr/>
        </p:nvCxnSpPr>
        <p:spPr>
          <a:xfrm>
            <a:off x="8635419" y="3071327"/>
            <a:ext cx="5870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 recto 145"/>
          <p:cNvCxnSpPr/>
          <p:nvPr/>
        </p:nvCxnSpPr>
        <p:spPr>
          <a:xfrm>
            <a:off x="8635420" y="3928593"/>
            <a:ext cx="5870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cto 146"/>
          <p:cNvCxnSpPr/>
          <p:nvPr/>
        </p:nvCxnSpPr>
        <p:spPr>
          <a:xfrm>
            <a:off x="8661689" y="2343600"/>
            <a:ext cx="5870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150"/>
          <p:cNvCxnSpPr/>
          <p:nvPr/>
        </p:nvCxnSpPr>
        <p:spPr>
          <a:xfrm flipH="1" flipV="1">
            <a:off x="8957434" y="1832052"/>
            <a:ext cx="5453" cy="20965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upo 153"/>
          <p:cNvGrpSpPr/>
          <p:nvPr/>
        </p:nvGrpSpPr>
        <p:grpSpPr>
          <a:xfrm>
            <a:off x="10436695" y="1142174"/>
            <a:ext cx="1492655" cy="699639"/>
            <a:chOff x="525994" y="2228826"/>
            <a:chExt cx="937185" cy="456341"/>
          </a:xfrm>
          <a:solidFill>
            <a:srgbClr val="7030A0"/>
          </a:solidFill>
        </p:grpSpPr>
        <p:sp>
          <p:nvSpPr>
            <p:cNvPr id="155" name="Rectángulo 15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Transporte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7" name="Grupo 156"/>
          <p:cNvGrpSpPr/>
          <p:nvPr/>
        </p:nvGrpSpPr>
        <p:grpSpPr>
          <a:xfrm>
            <a:off x="10658742" y="2054656"/>
            <a:ext cx="1329497" cy="699644"/>
            <a:chOff x="525994" y="2228826"/>
            <a:chExt cx="937185" cy="456345"/>
          </a:xfrm>
          <a:solidFill>
            <a:srgbClr val="7030A0"/>
          </a:solidFill>
        </p:grpSpPr>
        <p:sp>
          <p:nvSpPr>
            <p:cNvPr id="158" name="Rectángulo 157"/>
            <p:cNvSpPr/>
            <p:nvPr/>
          </p:nvSpPr>
          <p:spPr>
            <a:xfrm>
              <a:off x="525994" y="2228829"/>
              <a:ext cx="937185" cy="456342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Planificación del Tráfico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60" name="Conector recto 159"/>
          <p:cNvCxnSpPr/>
          <p:nvPr/>
        </p:nvCxnSpPr>
        <p:spPr>
          <a:xfrm flipV="1">
            <a:off x="11323490" y="1841813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1" name="Grupo 160"/>
          <p:cNvGrpSpPr/>
          <p:nvPr/>
        </p:nvGrpSpPr>
        <p:grpSpPr>
          <a:xfrm>
            <a:off x="3090619" y="1190012"/>
            <a:ext cx="1492655" cy="699640"/>
            <a:chOff x="525994" y="2228826"/>
            <a:chExt cx="937185" cy="456342"/>
          </a:xfrm>
          <a:solidFill>
            <a:schemeClr val="accent4">
              <a:lumMod val="75000"/>
            </a:schemeClr>
          </a:solidFill>
        </p:grpSpPr>
        <p:sp>
          <p:nvSpPr>
            <p:cNvPr id="162" name="Rectángulo 161"/>
            <p:cNvSpPr/>
            <p:nvPr/>
          </p:nvSpPr>
          <p:spPr>
            <a:xfrm>
              <a:off x="525994" y="2228827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3" name="Rectángulo 16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Energía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64" name="Conector recto 163"/>
          <p:cNvCxnSpPr/>
          <p:nvPr/>
        </p:nvCxnSpPr>
        <p:spPr>
          <a:xfrm flipV="1">
            <a:off x="3836946" y="1025078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cto 165"/>
          <p:cNvCxnSpPr/>
          <p:nvPr/>
        </p:nvCxnSpPr>
        <p:spPr>
          <a:xfrm flipV="1">
            <a:off x="11323490" y="1021366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216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5467313" y="166229"/>
            <a:ext cx="1747024" cy="699639"/>
            <a:chOff x="525994" y="2228826"/>
            <a:chExt cx="937185" cy="456341"/>
          </a:xfrm>
        </p:grpSpPr>
        <p:sp>
          <p:nvSpPr>
            <p:cNvPr id="5" name="Rectángulo 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General 3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1280280" y="1192351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8" name="Rectángulo 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ángulo 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Dirección de Información Científico Técnica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" name="Grupo 12"/>
          <p:cNvGrpSpPr/>
          <p:nvPr/>
        </p:nvGrpSpPr>
        <p:grpSpPr>
          <a:xfrm>
            <a:off x="4465854" y="1199792"/>
            <a:ext cx="1164101" cy="699639"/>
            <a:chOff x="525994" y="2228826"/>
            <a:chExt cx="937185" cy="456341"/>
          </a:xfrm>
          <a:solidFill>
            <a:schemeClr val="accent3">
              <a:lumMod val="75000"/>
            </a:schemeClr>
          </a:solidFill>
        </p:grpSpPr>
        <p:sp>
          <p:nvSpPr>
            <p:cNvPr id="14" name="Rectángulo 1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ectángulo 1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Gestión Documental y Archivo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6" name="Grupo 15"/>
          <p:cNvGrpSpPr/>
          <p:nvPr/>
        </p:nvGrpSpPr>
        <p:grpSpPr>
          <a:xfrm>
            <a:off x="83383" y="2043564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17" name="Rectángulo 1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ángulo 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Información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Científico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Técnica OLM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" name="Grupo 21"/>
          <p:cNvGrpSpPr/>
          <p:nvPr/>
        </p:nvGrpSpPr>
        <p:grpSpPr>
          <a:xfrm>
            <a:off x="201892" y="2995037"/>
            <a:ext cx="1511082" cy="516542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ángulo 2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Procesos Técnicos Especializados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5" name="Grupo 24"/>
          <p:cNvGrpSpPr/>
          <p:nvPr/>
        </p:nvGrpSpPr>
        <p:grpSpPr>
          <a:xfrm>
            <a:off x="2229241" y="2052015"/>
            <a:ext cx="1492655" cy="699644"/>
            <a:chOff x="525994" y="2228826"/>
            <a:chExt cx="937185" cy="456345"/>
          </a:xfrm>
          <a:solidFill>
            <a:schemeClr val="accent2">
              <a:lumMod val="75000"/>
            </a:schemeClr>
          </a:solidFill>
        </p:grpSpPr>
        <p:sp>
          <p:nvSpPr>
            <p:cNvPr id="26" name="Rectángulo 25"/>
            <p:cNvSpPr/>
            <p:nvPr/>
          </p:nvSpPr>
          <p:spPr>
            <a:xfrm>
              <a:off x="525994" y="2228829"/>
              <a:ext cx="937185" cy="456342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Rectángulo 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Información Científico Técnica CSM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6" name="Conector recto 45"/>
          <p:cNvCxnSpPr/>
          <p:nvPr/>
        </p:nvCxnSpPr>
        <p:spPr>
          <a:xfrm flipH="1">
            <a:off x="1924689" y="1891586"/>
            <a:ext cx="42448" cy="3811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/>
          <p:cNvCxnSpPr>
            <a:endCxn id="63" idx="1"/>
          </p:cNvCxnSpPr>
          <p:nvPr/>
        </p:nvCxnSpPr>
        <p:spPr>
          <a:xfrm>
            <a:off x="1463772" y="4857520"/>
            <a:ext cx="806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/>
          <p:cNvCxnSpPr/>
          <p:nvPr/>
        </p:nvCxnSpPr>
        <p:spPr>
          <a:xfrm>
            <a:off x="1988130" y="1027764"/>
            <a:ext cx="8520111" cy="13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/>
          <p:cNvCxnSpPr/>
          <p:nvPr/>
        </p:nvCxnSpPr>
        <p:spPr>
          <a:xfrm flipV="1">
            <a:off x="1988130" y="1040777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/>
          <p:cNvCxnSpPr/>
          <p:nvPr/>
        </p:nvCxnSpPr>
        <p:spPr>
          <a:xfrm flipV="1">
            <a:off x="6430037" y="767569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o 57"/>
          <p:cNvGrpSpPr/>
          <p:nvPr/>
        </p:nvGrpSpPr>
        <p:grpSpPr>
          <a:xfrm>
            <a:off x="2208105" y="3036065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59" name="Rectángulo 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0" name="Rectángulo 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Información Científico Técnica JLC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1" name="Grupo 60"/>
          <p:cNvGrpSpPr/>
          <p:nvPr/>
        </p:nvGrpSpPr>
        <p:grpSpPr>
          <a:xfrm>
            <a:off x="2270672" y="4559483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62" name="Rectángulo 6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Rectángulo 6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Información Científico Técnica MFR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4" name="Conector recto 63"/>
          <p:cNvCxnSpPr/>
          <p:nvPr/>
        </p:nvCxnSpPr>
        <p:spPr>
          <a:xfrm>
            <a:off x="1174340" y="5703119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o 64"/>
          <p:cNvGrpSpPr/>
          <p:nvPr/>
        </p:nvGrpSpPr>
        <p:grpSpPr>
          <a:xfrm>
            <a:off x="1174339" y="5638050"/>
            <a:ext cx="1492657" cy="732993"/>
            <a:chOff x="525993" y="2207071"/>
            <a:chExt cx="937186" cy="478096"/>
          </a:xfrm>
          <a:solidFill>
            <a:schemeClr val="accent2">
              <a:lumMod val="75000"/>
            </a:schemeClr>
          </a:solidFill>
        </p:grpSpPr>
        <p:sp>
          <p:nvSpPr>
            <p:cNvPr id="66" name="Rectángulo 6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7" name="Rectángulo 66"/>
            <p:cNvSpPr/>
            <p:nvPr/>
          </p:nvSpPr>
          <p:spPr>
            <a:xfrm>
              <a:off x="525993" y="2207071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Editorial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70" name="Conector recto 69"/>
          <p:cNvCxnSpPr/>
          <p:nvPr/>
        </p:nvCxnSpPr>
        <p:spPr>
          <a:xfrm>
            <a:off x="1549514" y="2443513"/>
            <a:ext cx="7503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upo 153"/>
          <p:cNvGrpSpPr/>
          <p:nvPr/>
        </p:nvGrpSpPr>
        <p:grpSpPr>
          <a:xfrm>
            <a:off x="7932912" y="1230803"/>
            <a:ext cx="981578" cy="699639"/>
            <a:chOff x="525994" y="2228826"/>
            <a:chExt cx="937185" cy="456341"/>
          </a:xfrm>
          <a:solidFill>
            <a:srgbClr val="7030A0"/>
          </a:solidFill>
        </p:grpSpPr>
        <p:sp>
          <p:nvSpPr>
            <p:cNvPr id="155" name="Rectángulo 15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Soporte Técnico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7" name="Grupo 156"/>
          <p:cNvGrpSpPr/>
          <p:nvPr/>
        </p:nvGrpSpPr>
        <p:grpSpPr>
          <a:xfrm>
            <a:off x="5731870" y="1212805"/>
            <a:ext cx="1128007" cy="699644"/>
            <a:chOff x="525994" y="2228826"/>
            <a:chExt cx="937185" cy="456345"/>
          </a:xfrm>
          <a:solidFill>
            <a:schemeClr val="accent6">
              <a:lumMod val="75000"/>
            </a:schemeClr>
          </a:solidFill>
        </p:grpSpPr>
        <p:sp>
          <p:nvSpPr>
            <p:cNvPr id="158" name="Rectángulo 157"/>
            <p:cNvSpPr/>
            <p:nvPr/>
          </p:nvSpPr>
          <p:spPr>
            <a:xfrm>
              <a:off x="525994" y="2228829"/>
              <a:ext cx="937185" cy="456342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Tecnología Educativa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61" name="Grupo 160"/>
          <p:cNvGrpSpPr/>
          <p:nvPr/>
        </p:nvGrpSpPr>
        <p:grpSpPr>
          <a:xfrm>
            <a:off x="2882772" y="1199792"/>
            <a:ext cx="1159972" cy="699640"/>
            <a:chOff x="525994" y="2228826"/>
            <a:chExt cx="937185" cy="456342"/>
          </a:xfrm>
          <a:solidFill>
            <a:schemeClr val="accent4">
              <a:lumMod val="75000"/>
            </a:schemeClr>
          </a:solidFill>
        </p:grpSpPr>
        <p:sp>
          <p:nvSpPr>
            <p:cNvPr id="162" name="Rectángulo 161"/>
            <p:cNvSpPr/>
            <p:nvPr/>
          </p:nvSpPr>
          <p:spPr>
            <a:xfrm>
              <a:off x="525994" y="2228827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3" name="Rectángulo 16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Seguridad Informática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64" name="Conector recto 163"/>
          <p:cNvCxnSpPr>
            <a:stCxn id="163" idx="0"/>
          </p:cNvCxnSpPr>
          <p:nvPr/>
        </p:nvCxnSpPr>
        <p:spPr>
          <a:xfrm flipH="1" flipV="1">
            <a:off x="3446653" y="1026536"/>
            <a:ext cx="0" cy="173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cto 165"/>
          <p:cNvCxnSpPr/>
          <p:nvPr/>
        </p:nvCxnSpPr>
        <p:spPr>
          <a:xfrm flipV="1">
            <a:off x="10508241" y="1033974"/>
            <a:ext cx="0" cy="286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upo 152"/>
          <p:cNvGrpSpPr/>
          <p:nvPr/>
        </p:nvGrpSpPr>
        <p:grpSpPr>
          <a:xfrm>
            <a:off x="198021" y="3651639"/>
            <a:ext cx="1511082" cy="516542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165" name="Rectángulo 16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7" name="Rectángulo 16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Servicios Bibliotecarios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68" name="Grupo 167"/>
          <p:cNvGrpSpPr/>
          <p:nvPr/>
        </p:nvGrpSpPr>
        <p:grpSpPr>
          <a:xfrm>
            <a:off x="89842" y="4569972"/>
            <a:ext cx="1492655" cy="699639"/>
            <a:chOff x="525994" y="2228826"/>
            <a:chExt cx="937185" cy="456341"/>
          </a:xfrm>
          <a:solidFill>
            <a:schemeClr val="accent2">
              <a:lumMod val="75000"/>
            </a:schemeClr>
          </a:solidFill>
        </p:grpSpPr>
        <p:sp>
          <p:nvSpPr>
            <p:cNvPr id="169" name="Rectángulo 16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0" name="Rectángulo 16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INCOMAC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71" name="Conector recto 170"/>
          <p:cNvCxnSpPr/>
          <p:nvPr/>
        </p:nvCxnSpPr>
        <p:spPr>
          <a:xfrm flipV="1">
            <a:off x="83383" y="2722658"/>
            <a:ext cx="0" cy="1305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recto 171"/>
          <p:cNvCxnSpPr/>
          <p:nvPr/>
        </p:nvCxnSpPr>
        <p:spPr>
          <a:xfrm>
            <a:off x="83383" y="3997786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172"/>
          <p:cNvCxnSpPr/>
          <p:nvPr/>
        </p:nvCxnSpPr>
        <p:spPr>
          <a:xfrm>
            <a:off x="68514" y="3369603"/>
            <a:ext cx="1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Grupo 173"/>
          <p:cNvGrpSpPr/>
          <p:nvPr/>
        </p:nvGrpSpPr>
        <p:grpSpPr>
          <a:xfrm>
            <a:off x="6967062" y="1212805"/>
            <a:ext cx="887487" cy="699639"/>
            <a:chOff x="525994" y="2228826"/>
            <a:chExt cx="937185" cy="456341"/>
          </a:xfrm>
          <a:solidFill>
            <a:srgbClr val="0070C0"/>
          </a:solidFill>
        </p:grpSpPr>
        <p:sp>
          <p:nvSpPr>
            <p:cNvPr id="175" name="Rectángulo 17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6" name="Rectángulo 17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de Redes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7" name="Grupo 176"/>
          <p:cNvGrpSpPr/>
          <p:nvPr/>
        </p:nvGrpSpPr>
        <p:grpSpPr>
          <a:xfrm>
            <a:off x="8927584" y="1230802"/>
            <a:ext cx="981578" cy="699639"/>
            <a:chOff x="525994" y="2228826"/>
            <a:chExt cx="937185" cy="456341"/>
          </a:xfrm>
          <a:solidFill>
            <a:srgbClr val="FF0000"/>
          </a:solidFill>
        </p:grpSpPr>
        <p:sp>
          <p:nvSpPr>
            <p:cNvPr id="178" name="Rectángulo 1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9" name="Rectángulo 17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desarrollo de Sistemas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80" name="Grupo 179"/>
          <p:cNvGrpSpPr/>
          <p:nvPr/>
        </p:nvGrpSpPr>
        <p:grpSpPr>
          <a:xfrm>
            <a:off x="9972541" y="1253109"/>
            <a:ext cx="981578" cy="887925"/>
            <a:chOff x="525994" y="2228826"/>
            <a:chExt cx="937185" cy="456341"/>
          </a:xfrm>
          <a:solidFill>
            <a:schemeClr val="tx1"/>
          </a:solidFill>
        </p:grpSpPr>
        <p:sp>
          <p:nvSpPr>
            <p:cNvPr id="181" name="Rectángulo 18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2" name="Rectángulo 18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Información y Estadísticas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84" name="Conector recto 183"/>
          <p:cNvCxnSpPr/>
          <p:nvPr/>
        </p:nvCxnSpPr>
        <p:spPr>
          <a:xfrm flipH="1" flipV="1">
            <a:off x="5136082" y="1030256"/>
            <a:ext cx="0" cy="173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ector recto 184"/>
          <p:cNvCxnSpPr/>
          <p:nvPr/>
        </p:nvCxnSpPr>
        <p:spPr>
          <a:xfrm flipH="1" flipV="1">
            <a:off x="6303245" y="1026541"/>
            <a:ext cx="0" cy="173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ector recto 185"/>
          <p:cNvCxnSpPr/>
          <p:nvPr/>
        </p:nvCxnSpPr>
        <p:spPr>
          <a:xfrm flipH="1" flipV="1">
            <a:off x="7414649" y="1033974"/>
            <a:ext cx="0" cy="173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/>
          <p:cNvCxnSpPr/>
          <p:nvPr/>
        </p:nvCxnSpPr>
        <p:spPr>
          <a:xfrm flipH="1" flipV="1">
            <a:off x="8436844" y="1042637"/>
            <a:ext cx="0" cy="173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ector recto 187"/>
          <p:cNvCxnSpPr/>
          <p:nvPr/>
        </p:nvCxnSpPr>
        <p:spPr>
          <a:xfrm flipH="1" flipV="1">
            <a:off x="9336376" y="1029841"/>
            <a:ext cx="0" cy="173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ector recto 188"/>
          <p:cNvCxnSpPr/>
          <p:nvPr/>
        </p:nvCxnSpPr>
        <p:spPr>
          <a:xfrm flipV="1">
            <a:off x="1946991" y="3222702"/>
            <a:ext cx="283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sz="9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FACULTADES</a:t>
            </a:r>
            <a:endParaRPr lang="es-ES" sz="9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268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upo 154"/>
          <p:cNvGrpSpPr/>
          <p:nvPr/>
        </p:nvGrpSpPr>
        <p:grpSpPr>
          <a:xfrm>
            <a:off x="5640636" y="1651424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7" name="Rectángulo 15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Decano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8" name="Grupo 157"/>
          <p:cNvGrpSpPr/>
          <p:nvPr/>
        </p:nvGrpSpPr>
        <p:grpSpPr>
          <a:xfrm>
            <a:off x="252084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0" name="Rectángulo 1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Construcciones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6" name="Grupo 175"/>
          <p:cNvGrpSpPr/>
          <p:nvPr/>
        </p:nvGrpSpPr>
        <p:grpSpPr>
          <a:xfrm>
            <a:off x="1298190" y="3651388"/>
            <a:ext cx="1492655" cy="46611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77" name="Rectángulo 17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8" name="Rectángulo 1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97" name="Conector recto 196"/>
          <p:cNvCxnSpPr/>
          <p:nvPr/>
        </p:nvCxnSpPr>
        <p:spPr>
          <a:xfrm flipH="1">
            <a:off x="938939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/>
          <p:cNvCxnSpPr/>
          <p:nvPr/>
        </p:nvCxnSpPr>
        <p:spPr>
          <a:xfrm flipV="1">
            <a:off x="938939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/>
          <p:cNvCxnSpPr/>
          <p:nvPr/>
        </p:nvCxnSpPr>
        <p:spPr>
          <a:xfrm flipV="1">
            <a:off x="925417" y="2712332"/>
            <a:ext cx="9001619" cy="14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/>
          <p:cNvCxnSpPr>
            <a:stCxn id="159" idx="0"/>
          </p:cNvCxnSpPr>
          <p:nvPr/>
        </p:nvCxnSpPr>
        <p:spPr>
          <a:xfrm flipH="1" flipV="1">
            <a:off x="959934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/>
          <p:cNvCxnSpPr>
            <a:endCxn id="156" idx="2"/>
          </p:cNvCxnSpPr>
          <p:nvPr/>
        </p:nvCxnSpPr>
        <p:spPr>
          <a:xfrm flipV="1">
            <a:off x="6285524" y="2022107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uadroTexto 208"/>
          <p:cNvSpPr txBox="1"/>
          <p:nvPr/>
        </p:nvSpPr>
        <p:spPr>
          <a:xfrm>
            <a:off x="704797" y="551628"/>
            <a:ext cx="3239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Facultad de Ingeniería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1" name="Grupo 210"/>
          <p:cNvGrpSpPr/>
          <p:nvPr/>
        </p:nvGrpSpPr>
        <p:grpSpPr>
          <a:xfrm>
            <a:off x="6723638" y="2136294"/>
            <a:ext cx="1710743" cy="44543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2" name="Rectángulo 2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3" name="Rectángulo 2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Vicedecanos (3)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14" name="Conector recto 213"/>
          <p:cNvCxnSpPr/>
          <p:nvPr/>
        </p:nvCxnSpPr>
        <p:spPr>
          <a:xfrm>
            <a:off x="6268547" y="2341949"/>
            <a:ext cx="455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upo 216"/>
          <p:cNvGrpSpPr/>
          <p:nvPr/>
        </p:nvGrpSpPr>
        <p:grpSpPr>
          <a:xfrm>
            <a:off x="2507408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8" name="Rectángulo 2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9" name="Rectángulo 2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Ingeniería Mecánica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0" name="Grupo 219"/>
          <p:cNvGrpSpPr/>
          <p:nvPr/>
        </p:nvGrpSpPr>
        <p:grpSpPr>
          <a:xfrm>
            <a:off x="3553514" y="3651388"/>
            <a:ext cx="1492655" cy="46611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1" name="Rectángulo 2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2" name="Rectángulo 2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23" name="Conector recto 222"/>
          <p:cNvCxnSpPr/>
          <p:nvPr/>
        </p:nvCxnSpPr>
        <p:spPr>
          <a:xfrm flipH="1">
            <a:off x="3194263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/>
          <p:cNvCxnSpPr/>
          <p:nvPr/>
        </p:nvCxnSpPr>
        <p:spPr>
          <a:xfrm flipV="1">
            <a:off x="3194263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recto 224"/>
          <p:cNvCxnSpPr>
            <a:stCxn id="218" idx="0"/>
          </p:cNvCxnSpPr>
          <p:nvPr/>
        </p:nvCxnSpPr>
        <p:spPr>
          <a:xfrm flipH="1" flipV="1">
            <a:off x="3215258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Grupo 225"/>
          <p:cNvGrpSpPr/>
          <p:nvPr/>
        </p:nvGrpSpPr>
        <p:grpSpPr>
          <a:xfrm>
            <a:off x="4931204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7" name="Rectángulo 2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8" name="Rectángulo 2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Mecácnica</a:t>
              </a: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Aplicada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9" name="Grupo 228"/>
          <p:cNvGrpSpPr/>
          <p:nvPr/>
        </p:nvGrpSpPr>
        <p:grpSpPr>
          <a:xfrm>
            <a:off x="5977310" y="3651388"/>
            <a:ext cx="1492655" cy="46611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0" name="Rectángulo 22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1" name="Rectángulo 2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32" name="Conector recto 231"/>
          <p:cNvCxnSpPr/>
          <p:nvPr/>
        </p:nvCxnSpPr>
        <p:spPr>
          <a:xfrm flipH="1">
            <a:off x="5618059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cto 232"/>
          <p:cNvCxnSpPr/>
          <p:nvPr/>
        </p:nvCxnSpPr>
        <p:spPr>
          <a:xfrm flipV="1">
            <a:off x="5618059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233"/>
          <p:cNvCxnSpPr>
            <a:stCxn id="227" idx="0"/>
          </p:cNvCxnSpPr>
          <p:nvPr/>
        </p:nvCxnSpPr>
        <p:spPr>
          <a:xfrm flipH="1" flipV="1">
            <a:off x="5639054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7" name="Grupo 236"/>
          <p:cNvGrpSpPr/>
          <p:nvPr/>
        </p:nvGrpSpPr>
        <p:grpSpPr>
          <a:xfrm>
            <a:off x="7354998" y="2877661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8" name="Rectángulo 23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9" name="Rectángulo 23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Eléctrica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40" name="Conector recto 239"/>
          <p:cNvCxnSpPr>
            <a:stCxn id="238" idx="0"/>
          </p:cNvCxnSpPr>
          <p:nvPr/>
        </p:nvCxnSpPr>
        <p:spPr>
          <a:xfrm flipH="1" flipV="1">
            <a:off x="8062848" y="2726088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1" name="Grupo 240"/>
          <p:cNvGrpSpPr/>
          <p:nvPr/>
        </p:nvGrpSpPr>
        <p:grpSpPr>
          <a:xfrm>
            <a:off x="9235793" y="2864935"/>
            <a:ext cx="1492655" cy="1145205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42" name="Rectángulo 24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3" name="Rectángulo 24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Centro de Estudios de Diseño y Fabricación Asistidos por Com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putadora (CAD/CAM)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44" name="Conector recto 243"/>
          <p:cNvCxnSpPr>
            <a:stCxn id="242" idx="0"/>
          </p:cNvCxnSpPr>
          <p:nvPr/>
        </p:nvCxnSpPr>
        <p:spPr>
          <a:xfrm flipH="1" flipV="1">
            <a:off x="9943643" y="2713363"/>
            <a:ext cx="38478" cy="151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50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upo 154"/>
          <p:cNvGrpSpPr/>
          <p:nvPr/>
        </p:nvGrpSpPr>
        <p:grpSpPr>
          <a:xfrm>
            <a:off x="5640636" y="1651424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7" name="Rectángulo 15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Decano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8" name="Grupo 157"/>
          <p:cNvGrpSpPr/>
          <p:nvPr/>
        </p:nvGrpSpPr>
        <p:grpSpPr>
          <a:xfrm>
            <a:off x="252084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0" name="Rectángulo 1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Economía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6" name="Grupo 175"/>
          <p:cNvGrpSpPr/>
          <p:nvPr/>
        </p:nvGrpSpPr>
        <p:grpSpPr>
          <a:xfrm>
            <a:off x="1298190" y="3651388"/>
            <a:ext cx="1492655" cy="46611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77" name="Rectángulo 17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8" name="Rectángulo 1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97" name="Conector recto 196"/>
          <p:cNvCxnSpPr/>
          <p:nvPr/>
        </p:nvCxnSpPr>
        <p:spPr>
          <a:xfrm flipH="1">
            <a:off x="938939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/>
          <p:cNvCxnSpPr/>
          <p:nvPr/>
        </p:nvCxnSpPr>
        <p:spPr>
          <a:xfrm flipV="1">
            <a:off x="938939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/>
          <p:cNvCxnSpPr/>
          <p:nvPr/>
        </p:nvCxnSpPr>
        <p:spPr>
          <a:xfrm>
            <a:off x="925417" y="2726494"/>
            <a:ext cx="7317903" cy="6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/>
          <p:cNvCxnSpPr>
            <a:stCxn id="159" idx="0"/>
          </p:cNvCxnSpPr>
          <p:nvPr/>
        </p:nvCxnSpPr>
        <p:spPr>
          <a:xfrm flipH="1" flipV="1">
            <a:off x="959934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/>
          <p:cNvCxnSpPr>
            <a:endCxn id="156" idx="2"/>
          </p:cNvCxnSpPr>
          <p:nvPr/>
        </p:nvCxnSpPr>
        <p:spPr>
          <a:xfrm flipV="1">
            <a:off x="6285524" y="2022107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uadroTexto 208"/>
          <p:cNvSpPr txBox="1"/>
          <p:nvPr/>
        </p:nvSpPr>
        <p:spPr>
          <a:xfrm>
            <a:off x="704797" y="551628"/>
            <a:ext cx="46258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Facultad de Ciencias Económicas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1" name="Grupo 210"/>
          <p:cNvGrpSpPr/>
          <p:nvPr/>
        </p:nvGrpSpPr>
        <p:grpSpPr>
          <a:xfrm>
            <a:off x="6723638" y="2136294"/>
            <a:ext cx="1710743" cy="44543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2" name="Rectángulo 2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3" name="Rectángulo 2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Vicedecanos (3)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14" name="Conector recto 213"/>
          <p:cNvCxnSpPr/>
          <p:nvPr/>
        </p:nvCxnSpPr>
        <p:spPr>
          <a:xfrm>
            <a:off x="6268547" y="2341949"/>
            <a:ext cx="455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upo 216"/>
          <p:cNvGrpSpPr/>
          <p:nvPr/>
        </p:nvGrpSpPr>
        <p:grpSpPr>
          <a:xfrm>
            <a:off x="2507408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8" name="Rectángulo 2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9" name="Rectángulo 2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Contabilidad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0" name="Grupo 219"/>
          <p:cNvGrpSpPr/>
          <p:nvPr/>
        </p:nvGrpSpPr>
        <p:grpSpPr>
          <a:xfrm>
            <a:off x="3553514" y="3651388"/>
            <a:ext cx="1492655" cy="46611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1" name="Rectángulo 2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2" name="Rectángulo 2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23" name="Conector recto 222"/>
          <p:cNvCxnSpPr/>
          <p:nvPr/>
        </p:nvCxnSpPr>
        <p:spPr>
          <a:xfrm flipH="1">
            <a:off x="3194263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/>
          <p:cNvCxnSpPr/>
          <p:nvPr/>
        </p:nvCxnSpPr>
        <p:spPr>
          <a:xfrm flipV="1">
            <a:off x="3194263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recto 224"/>
          <p:cNvCxnSpPr>
            <a:stCxn id="218" idx="0"/>
          </p:cNvCxnSpPr>
          <p:nvPr/>
        </p:nvCxnSpPr>
        <p:spPr>
          <a:xfrm flipH="1" flipV="1">
            <a:off x="3215258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Grupo 225"/>
          <p:cNvGrpSpPr/>
          <p:nvPr/>
        </p:nvGrpSpPr>
        <p:grpSpPr>
          <a:xfrm>
            <a:off x="4931204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7" name="Rectángulo 2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8" name="Rectángulo 2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Turismo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9" name="Grupo 228"/>
          <p:cNvGrpSpPr/>
          <p:nvPr/>
        </p:nvGrpSpPr>
        <p:grpSpPr>
          <a:xfrm>
            <a:off x="5977310" y="3651388"/>
            <a:ext cx="1492655" cy="46611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0" name="Rectángulo 22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1" name="Rectángulo 2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32" name="Conector recto 231"/>
          <p:cNvCxnSpPr/>
          <p:nvPr/>
        </p:nvCxnSpPr>
        <p:spPr>
          <a:xfrm flipH="1">
            <a:off x="5618059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cto 232"/>
          <p:cNvCxnSpPr/>
          <p:nvPr/>
        </p:nvCxnSpPr>
        <p:spPr>
          <a:xfrm flipV="1">
            <a:off x="5618059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233"/>
          <p:cNvCxnSpPr>
            <a:stCxn id="227" idx="0"/>
          </p:cNvCxnSpPr>
          <p:nvPr/>
        </p:nvCxnSpPr>
        <p:spPr>
          <a:xfrm flipH="1" flipV="1">
            <a:off x="5639054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7" name="Grupo 236"/>
          <p:cNvGrpSpPr/>
          <p:nvPr/>
        </p:nvGrpSpPr>
        <p:grpSpPr>
          <a:xfrm>
            <a:off x="7535470" y="2870857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8" name="Rectángulo 23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9" name="Rectángulo 23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Informatización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40" name="Conector recto 239"/>
          <p:cNvCxnSpPr>
            <a:stCxn id="238" idx="0"/>
          </p:cNvCxnSpPr>
          <p:nvPr/>
        </p:nvCxnSpPr>
        <p:spPr>
          <a:xfrm flipH="1" flipV="1">
            <a:off x="8243320" y="2719284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414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upo 154"/>
          <p:cNvGrpSpPr/>
          <p:nvPr/>
        </p:nvGrpSpPr>
        <p:grpSpPr>
          <a:xfrm>
            <a:off x="5640636" y="1651424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7" name="Rectángulo 15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Decano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8" name="Grupo 157"/>
          <p:cNvGrpSpPr/>
          <p:nvPr/>
        </p:nvGrpSpPr>
        <p:grpSpPr>
          <a:xfrm>
            <a:off x="252084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0" name="Rectángulo 1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Informática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6" name="Grupo 175"/>
          <p:cNvGrpSpPr/>
          <p:nvPr/>
        </p:nvGrpSpPr>
        <p:grpSpPr>
          <a:xfrm>
            <a:off x="1298190" y="3651388"/>
            <a:ext cx="1492655" cy="46611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77" name="Rectángulo 17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8" name="Rectángulo 1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97" name="Conector recto 196"/>
          <p:cNvCxnSpPr/>
          <p:nvPr/>
        </p:nvCxnSpPr>
        <p:spPr>
          <a:xfrm flipH="1">
            <a:off x="938939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/>
          <p:cNvCxnSpPr/>
          <p:nvPr/>
        </p:nvCxnSpPr>
        <p:spPr>
          <a:xfrm flipV="1">
            <a:off x="938939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/>
          <p:cNvCxnSpPr/>
          <p:nvPr/>
        </p:nvCxnSpPr>
        <p:spPr>
          <a:xfrm flipV="1">
            <a:off x="925417" y="2712332"/>
            <a:ext cx="9001619" cy="141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/>
          <p:cNvCxnSpPr>
            <a:stCxn id="159" idx="0"/>
          </p:cNvCxnSpPr>
          <p:nvPr/>
        </p:nvCxnSpPr>
        <p:spPr>
          <a:xfrm flipH="1" flipV="1">
            <a:off x="959934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/>
          <p:cNvCxnSpPr>
            <a:endCxn id="156" idx="2"/>
          </p:cNvCxnSpPr>
          <p:nvPr/>
        </p:nvCxnSpPr>
        <p:spPr>
          <a:xfrm flipV="1">
            <a:off x="6285524" y="2022107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uadroTexto 208"/>
          <p:cNvSpPr txBox="1"/>
          <p:nvPr/>
        </p:nvSpPr>
        <p:spPr>
          <a:xfrm>
            <a:off x="704797" y="551628"/>
            <a:ext cx="5299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Facultad de Informática y Matemática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1" name="Grupo 210"/>
          <p:cNvGrpSpPr/>
          <p:nvPr/>
        </p:nvGrpSpPr>
        <p:grpSpPr>
          <a:xfrm>
            <a:off x="6723638" y="2136294"/>
            <a:ext cx="1710743" cy="44543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2" name="Rectángulo 2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3" name="Rectángulo 2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Vicedecanos (3)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14" name="Conector recto 213"/>
          <p:cNvCxnSpPr/>
          <p:nvPr/>
        </p:nvCxnSpPr>
        <p:spPr>
          <a:xfrm>
            <a:off x="6268547" y="2341949"/>
            <a:ext cx="455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upo 216"/>
          <p:cNvGrpSpPr/>
          <p:nvPr/>
        </p:nvGrpSpPr>
        <p:grpSpPr>
          <a:xfrm>
            <a:off x="2507408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8" name="Rectángulo 2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9" name="Rectángulo 2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Matemática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0" name="Grupo 219"/>
          <p:cNvGrpSpPr/>
          <p:nvPr/>
        </p:nvGrpSpPr>
        <p:grpSpPr>
          <a:xfrm>
            <a:off x="3553514" y="3651388"/>
            <a:ext cx="1492655" cy="46611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1" name="Rectángulo 2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2" name="Rectángulo 2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23" name="Conector recto 222"/>
          <p:cNvCxnSpPr/>
          <p:nvPr/>
        </p:nvCxnSpPr>
        <p:spPr>
          <a:xfrm flipH="1">
            <a:off x="3194263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/>
          <p:cNvCxnSpPr/>
          <p:nvPr/>
        </p:nvCxnSpPr>
        <p:spPr>
          <a:xfrm flipV="1">
            <a:off x="3194263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recto 224"/>
          <p:cNvCxnSpPr>
            <a:stCxn id="218" idx="0"/>
          </p:cNvCxnSpPr>
          <p:nvPr/>
        </p:nvCxnSpPr>
        <p:spPr>
          <a:xfrm flipH="1" flipV="1">
            <a:off x="3215258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Grupo 225"/>
          <p:cNvGrpSpPr/>
          <p:nvPr/>
        </p:nvGrpSpPr>
        <p:grpSpPr>
          <a:xfrm>
            <a:off x="4931204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7" name="Rectángulo 2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8" name="Rectángulo 2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Licenciatura en Matemática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9" name="Grupo 228"/>
          <p:cNvGrpSpPr/>
          <p:nvPr/>
        </p:nvGrpSpPr>
        <p:grpSpPr>
          <a:xfrm>
            <a:off x="5977310" y="3651388"/>
            <a:ext cx="1492655" cy="46611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0" name="Rectángulo 22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1" name="Rectángulo 2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32" name="Conector recto 231"/>
          <p:cNvCxnSpPr/>
          <p:nvPr/>
        </p:nvCxnSpPr>
        <p:spPr>
          <a:xfrm flipH="1">
            <a:off x="5618059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cto 232"/>
          <p:cNvCxnSpPr/>
          <p:nvPr/>
        </p:nvCxnSpPr>
        <p:spPr>
          <a:xfrm flipV="1">
            <a:off x="5618059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233"/>
          <p:cNvCxnSpPr>
            <a:stCxn id="227" idx="0"/>
          </p:cNvCxnSpPr>
          <p:nvPr/>
        </p:nvCxnSpPr>
        <p:spPr>
          <a:xfrm flipH="1" flipV="1">
            <a:off x="5639054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7" name="Grupo 236"/>
          <p:cNvGrpSpPr/>
          <p:nvPr/>
        </p:nvGrpSpPr>
        <p:grpSpPr>
          <a:xfrm>
            <a:off x="7354998" y="2877661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8" name="Rectángulo 23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9" name="Rectángulo 23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Ciencias de la Información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40" name="Conector recto 239"/>
          <p:cNvCxnSpPr>
            <a:stCxn id="238" idx="0"/>
          </p:cNvCxnSpPr>
          <p:nvPr/>
        </p:nvCxnSpPr>
        <p:spPr>
          <a:xfrm flipH="1" flipV="1">
            <a:off x="8062848" y="2726088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1" name="Grupo 240"/>
          <p:cNvGrpSpPr/>
          <p:nvPr/>
        </p:nvGrpSpPr>
        <p:grpSpPr>
          <a:xfrm>
            <a:off x="9147430" y="2877661"/>
            <a:ext cx="1492655" cy="1145205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42" name="Rectángulo 24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3" name="Rectángulo 24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Ciencias de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Computación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44" name="Conector recto 243"/>
          <p:cNvCxnSpPr/>
          <p:nvPr/>
        </p:nvCxnSpPr>
        <p:spPr>
          <a:xfrm flipH="1" flipV="1">
            <a:off x="9899348" y="2715072"/>
            <a:ext cx="0" cy="151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807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upo 154"/>
          <p:cNvGrpSpPr/>
          <p:nvPr/>
        </p:nvGrpSpPr>
        <p:grpSpPr>
          <a:xfrm>
            <a:off x="5508432" y="1651424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7" name="Rectángulo 15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Decano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8" name="Grupo 157"/>
          <p:cNvGrpSpPr/>
          <p:nvPr/>
        </p:nvGrpSpPr>
        <p:grpSpPr>
          <a:xfrm>
            <a:off x="119880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0" name="Rectángulo 1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Marxismo Leninismo e Historia de Cuba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6" name="Grupo 175"/>
          <p:cNvGrpSpPr/>
          <p:nvPr/>
        </p:nvGrpSpPr>
        <p:grpSpPr>
          <a:xfrm>
            <a:off x="1165986" y="3651388"/>
            <a:ext cx="1198199" cy="71129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77" name="Rectángulo 17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8" name="Rectángulo 1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97" name="Conector recto 196"/>
          <p:cNvCxnSpPr/>
          <p:nvPr/>
        </p:nvCxnSpPr>
        <p:spPr>
          <a:xfrm flipH="1">
            <a:off x="806735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/>
          <p:cNvCxnSpPr/>
          <p:nvPr/>
        </p:nvCxnSpPr>
        <p:spPr>
          <a:xfrm flipV="1">
            <a:off x="806735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/>
          <p:cNvCxnSpPr/>
          <p:nvPr/>
        </p:nvCxnSpPr>
        <p:spPr>
          <a:xfrm>
            <a:off x="793213" y="2726494"/>
            <a:ext cx="10785515" cy="9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/>
          <p:cNvCxnSpPr>
            <a:stCxn id="159" idx="0"/>
          </p:cNvCxnSpPr>
          <p:nvPr/>
        </p:nvCxnSpPr>
        <p:spPr>
          <a:xfrm flipH="1" flipV="1">
            <a:off x="827730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/>
          <p:cNvCxnSpPr>
            <a:endCxn id="156" idx="2"/>
          </p:cNvCxnSpPr>
          <p:nvPr/>
        </p:nvCxnSpPr>
        <p:spPr>
          <a:xfrm flipV="1">
            <a:off x="6153320" y="2022107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uadroTexto 208"/>
          <p:cNvSpPr txBox="1"/>
          <p:nvPr/>
        </p:nvSpPr>
        <p:spPr>
          <a:xfrm>
            <a:off x="704797" y="551628"/>
            <a:ext cx="4118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Facultad de Ciencias Sociales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1" name="Grupo 210"/>
          <p:cNvGrpSpPr/>
          <p:nvPr/>
        </p:nvGrpSpPr>
        <p:grpSpPr>
          <a:xfrm>
            <a:off x="6591434" y="2136294"/>
            <a:ext cx="1710743" cy="44543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2" name="Rectángulo 2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3" name="Rectángulo 2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Vicedecanos (3)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14" name="Conector recto 213"/>
          <p:cNvCxnSpPr/>
          <p:nvPr/>
        </p:nvCxnSpPr>
        <p:spPr>
          <a:xfrm>
            <a:off x="6136343" y="2341949"/>
            <a:ext cx="455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upo 216"/>
          <p:cNvGrpSpPr/>
          <p:nvPr/>
        </p:nvGrpSpPr>
        <p:grpSpPr>
          <a:xfrm>
            <a:off x="1725202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8" name="Rectángulo 2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9" name="Rectángulo 2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Gestión Sociocultural para el Desarrollo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0" name="Grupo 219"/>
          <p:cNvGrpSpPr/>
          <p:nvPr/>
        </p:nvGrpSpPr>
        <p:grpSpPr>
          <a:xfrm>
            <a:off x="2771308" y="3651388"/>
            <a:ext cx="1198197" cy="71129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1" name="Rectángulo 2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2" name="Rectángulo 2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23" name="Conector recto 222"/>
          <p:cNvCxnSpPr/>
          <p:nvPr/>
        </p:nvCxnSpPr>
        <p:spPr>
          <a:xfrm flipH="1">
            <a:off x="2412057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/>
          <p:cNvCxnSpPr/>
          <p:nvPr/>
        </p:nvCxnSpPr>
        <p:spPr>
          <a:xfrm flipV="1">
            <a:off x="2412057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recto 224"/>
          <p:cNvCxnSpPr>
            <a:stCxn id="218" idx="0"/>
          </p:cNvCxnSpPr>
          <p:nvPr/>
        </p:nvCxnSpPr>
        <p:spPr>
          <a:xfrm flipH="1" flipV="1">
            <a:off x="2433052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Grupo 225"/>
          <p:cNvGrpSpPr/>
          <p:nvPr/>
        </p:nvGrpSpPr>
        <p:grpSpPr>
          <a:xfrm>
            <a:off x="3289679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7" name="Rectángulo 2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8" name="Rectángulo 2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Derecho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9" name="Grupo 228"/>
          <p:cNvGrpSpPr/>
          <p:nvPr/>
        </p:nvGrpSpPr>
        <p:grpSpPr>
          <a:xfrm>
            <a:off x="4335786" y="3651388"/>
            <a:ext cx="1198194" cy="79511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0" name="Rectángulo 22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1" name="Rectángulo 2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32" name="Conector recto 231"/>
          <p:cNvCxnSpPr/>
          <p:nvPr/>
        </p:nvCxnSpPr>
        <p:spPr>
          <a:xfrm flipH="1">
            <a:off x="3976534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cto 232"/>
          <p:cNvCxnSpPr/>
          <p:nvPr/>
        </p:nvCxnSpPr>
        <p:spPr>
          <a:xfrm flipV="1">
            <a:off x="3976534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233"/>
          <p:cNvCxnSpPr>
            <a:stCxn id="227" idx="0"/>
          </p:cNvCxnSpPr>
          <p:nvPr/>
        </p:nvCxnSpPr>
        <p:spPr>
          <a:xfrm flipH="1" flipV="1">
            <a:off x="3997529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7" name="Grupo 236"/>
          <p:cNvGrpSpPr/>
          <p:nvPr/>
        </p:nvGrpSpPr>
        <p:grpSpPr>
          <a:xfrm>
            <a:off x="10808850" y="2878064"/>
            <a:ext cx="1298687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8" name="Rectángulo 23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9" name="Rectángulo 23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Informatización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4940371" y="2887244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4" name="Rectángulo 4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ectángulo 4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Historia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6" name="Grupo 45"/>
          <p:cNvGrpSpPr/>
          <p:nvPr/>
        </p:nvGrpSpPr>
        <p:grpSpPr>
          <a:xfrm>
            <a:off x="5986477" y="3660567"/>
            <a:ext cx="1166163" cy="78593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7" name="Rectángulo 4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Rectángulo 4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9" name="Conector recto 48"/>
          <p:cNvCxnSpPr/>
          <p:nvPr/>
        </p:nvCxnSpPr>
        <p:spPr>
          <a:xfrm flipH="1">
            <a:off x="5627226" y="3586479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V="1">
            <a:off x="5627226" y="3776860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/>
          <p:cNvCxnSpPr>
            <a:stCxn id="44" idx="0"/>
          </p:cNvCxnSpPr>
          <p:nvPr/>
        </p:nvCxnSpPr>
        <p:spPr>
          <a:xfrm flipH="1" flipV="1">
            <a:off x="5648221" y="2735671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upo 51"/>
          <p:cNvGrpSpPr/>
          <p:nvPr/>
        </p:nvGrpSpPr>
        <p:grpSpPr>
          <a:xfrm>
            <a:off x="6668187" y="2885406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3" name="Rectángulo 5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 5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Educación Marxismo Historia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5" name="Grupo 54"/>
          <p:cNvGrpSpPr/>
          <p:nvPr/>
        </p:nvGrpSpPr>
        <p:grpSpPr>
          <a:xfrm>
            <a:off x="7714293" y="3658729"/>
            <a:ext cx="1166161" cy="787770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6" name="Rectángulo 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Rectángulo 5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8" name="Conector recto 57"/>
          <p:cNvCxnSpPr/>
          <p:nvPr/>
        </p:nvCxnSpPr>
        <p:spPr>
          <a:xfrm flipH="1">
            <a:off x="7355042" y="3584641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/>
          <p:cNvCxnSpPr/>
          <p:nvPr/>
        </p:nvCxnSpPr>
        <p:spPr>
          <a:xfrm flipV="1">
            <a:off x="7355042" y="3775022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/>
          <p:cNvCxnSpPr>
            <a:stCxn id="53" idx="0"/>
          </p:cNvCxnSpPr>
          <p:nvPr/>
        </p:nvCxnSpPr>
        <p:spPr>
          <a:xfrm flipH="1" flipV="1">
            <a:off x="7376037" y="2733833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upo 61"/>
          <p:cNvGrpSpPr/>
          <p:nvPr/>
        </p:nvGrpSpPr>
        <p:grpSpPr>
          <a:xfrm>
            <a:off x="8319049" y="2878065"/>
            <a:ext cx="1305929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63" name="Rectángulo 6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4" name="Rectángulo 6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Psicología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5" name="Grupo 64"/>
          <p:cNvGrpSpPr/>
          <p:nvPr/>
        </p:nvGrpSpPr>
        <p:grpSpPr>
          <a:xfrm>
            <a:off x="9735043" y="2877661"/>
            <a:ext cx="955763" cy="890020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66" name="Rectángulo 6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7" name="Rectángulo 6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Centro de Estudios de Cultura e  Identidad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9" name="Conector recto 68"/>
          <p:cNvCxnSpPr/>
          <p:nvPr/>
        </p:nvCxnSpPr>
        <p:spPr>
          <a:xfrm flipH="1" flipV="1">
            <a:off x="8972013" y="2710281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/>
          <p:cNvCxnSpPr/>
          <p:nvPr/>
        </p:nvCxnSpPr>
        <p:spPr>
          <a:xfrm flipH="1" flipV="1">
            <a:off x="10171015" y="2730477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/>
          <p:cNvCxnSpPr/>
          <p:nvPr/>
        </p:nvCxnSpPr>
        <p:spPr>
          <a:xfrm flipH="1" flipV="1">
            <a:off x="11568321" y="2732315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299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upo 154"/>
          <p:cNvGrpSpPr/>
          <p:nvPr/>
        </p:nvGrpSpPr>
        <p:grpSpPr>
          <a:xfrm>
            <a:off x="5508432" y="1651424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7" name="Rectángulo 15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Decano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8" name="Grupo 157"/>
          <p:cNvGrpSpPr/>
          <p:nvPr/>
        </p:nvGrpSpPr>
        <p:grpSpPr>
          <a:xfrm>
            <a:off x="119880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0" name="Rectángulo 1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Periodismo y Comunicación Social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6" name="Grupo 175"/>
          <p:cNvGrpSpPr/>
          <p:nvPr/>
        </p:nvGrpSpPr>
        <p:grpSpPr>
          <a:xfrm>
            <a:off x="1165986" y="3651388"/>
            <a:ext cx="1198199" cy="71129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77" name="Rectángulo 17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8" name="Rectángulo 1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97" name="Conector recto 196"/>
          <p:cNvCxnSpPr/>
          <p:nvPr/>
        </p:nvCxnSpPr>
        <p:spPr>
          <a:xfrm flipH="1">
            <a:off x="806735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/>
          <p:cNvCxnSpPr/>
          <p:nvPr/>
        </p:nvCxnSpPr>
        <p:spPr>
          <a:xfrm flipV="1">
            <a:off x="806735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/>
          <p:cNvCxnSpPr/>
          <p:nvPr/>
        </p:nvCxnSpPr>
        <p:spPr>
          <a:xfrm flipV="1">
            <a:off x="793213" y="2718054"/>
            <a:ext cx="8178800" cy="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/>
          <p:cNvCxnSpPr>
            <a:stCxn id="159" idx="0"/>
          </p:cNvCxnSpPr>
          <p:nvPr/>
        </p:nvCxnSpPr>
        <p:spPr>
          <a:xfrm flipH="1" flipV="1">
            <a:off x="827730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/>
          <p:cNvCxnSpPr>
            <a:endCxn id="156" idx="2"/>
          </p:cNvCxnSpPr>
          <p:nvPr/>
        </p:nvCxnSpPr>
        <p:spPr>
          <a:xfrm flipV="1">
            <a:off x="6153320" y="2022107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uadroTexto 208"/>
          <p:cNvSpPr txBox="1"/>
          <p:nvPr/>
        </p:nvSpPr>
        <p:spPr>
          <a:xfrm>
            <a:off x="704797" y="551628"/>
            <a:ext cx="4747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Facultad de Comunicación y Letra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1" name="Grupo 210"/>
          <p:cNvGrpSpPr/>
          <p:nvPr/>
        </p:nvGrpSpPr>
        <p:grpSpPr>
          <a:xfrm>
            <a:off x="6591434" y="2136294"/>
            <a:ext cx="1710743" cy="44543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2" name="Rectángulo 2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3" name="Rectángulo 2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Vicedecanos (3)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14" name="Conector recto 213"/>
          <p:cNvCxnSpPr/>
          <p:nvPr/>
        </p:nvCxnSpPr>
        <p:spPr>
          <a:xfrm>
            <a:off x="6136343" y="2341949"/>
            <a:ext cx="455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upo 216"/>
          <p:cNvGrpSpPr/>
          <p:nvPr/>
        </p:nvGrpSpPr>
        <p:grpSpPr>
          <a:xfrm>
            <a:off x="1725202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8" name="Rectángulo 2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9" name="Rectángulo 2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Educación Lenguas Extranjeras</a:t>
              </a:r>
            </a:p>
          </p:txBody>
        </p:sp>
      </p:grpSp>
      <p:grpSp>
        <p:nvGrpSpPr>
          <p:cNvPr id="220" name="Grupo 219"/>
          <p:cNvGrpSpPr/>
          <p:nvPr/>
        </p:nvGrpSpPr>
        <p:grpSpPr>
          <a:xfrm>
            <a:off x="2771308" y="3651388"/>
            <a:ext cx="1198197" cy="71129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1" name="Rectángulo 2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2" name="Rectángulo 2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23" name="Conector recto 222"/>
          <p:cNvCxnSpPr/>
          <p:nvPr/>
        </p:nvCxnSpPr>
        <p:spPr>
          <a:xfrm flipH="1">
            <a:off x="2412057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/>
          <p:cNvCxnSpPr/>
          <p:nvPr/>
        </p:nvCxnSpPr>
        <p:spPr>
          <a:xfrm flipV="1">
            <a:off x="2412057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recto 224"/>
          <p:cNvCxnSpPr>
            <a:stCxn id="218" idx="0"/>
          </p:cNvCxnSpPr>
          <p:nvPr/>
        </p:nvCxnSpPr>
        <p:spPr>
          <a:xfrm flipH="1" flipV="1">
            <a:off x="2433052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Grupo 225"/>
          <p:cNvGrpSpPr/>
          <p:nvPr/>
        </p:nvGrpSpPr>
        <p:grpSpPr>
          <a:xfrm>
            <a:off x="3289679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7" name="Rectángulo 2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8" name="Rectángulo 2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Lengua Inglesa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9" name="Grupo 228"/>
          <p:cNvGrpSpPr/>
          <p:nvPr/>
        </p:nvGrpSpPr>
        <p:grpSpPr>
          <a:xfrm>
            <a:off x="4335786" y="3651388"/>
            <a:ext cx="1198194" cy="79511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0" name="Rectángulo 22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1" name="Rectángulo 2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32" name="Conector recto 231"/>
          <p:cNvCxnSpPr/>
          <p:nvPr/>
        </p:nvCxnSpPr>
        <p:spPr>
          <a:xfrm flipH="1">
            <a:off x="3976534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cto 232"/>
          <p:cNvCxnSpPr/>
          <p:nvPr/>
        </p:nvCxnSpPr>
        <p:spPr>
          <a:xfrm flipV="1">
            <a:off x="3976534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233"/>
          <p:cNvCxnSpPr>
            <a:stCxn id="227" idx="0"/>
          </p:cNvCxnSpPr>
          <p:nvPr/>
        </p:nvCxnSpPr>
        <p:spPr>
          <a:xfrm flipH="1" flipV="1">
            <a:off x="3997529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7" name="Grupo 236"/>
          <p:cNvGrpSpPr/>
          <p:nvPr/>
        </p:nvGrpSpPr>
        <p:grpSpPr>
          <a:xfrm>
            <a:off x="8669215" y="4225235"/>
            <a:ext cx="1298687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8" name="Rectángulo 23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9" name="Rectángulo 23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Informatización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4940371" y="2887244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4" name="Rectángulo 4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ectángulo 4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Educación Español-Literatura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6" name="Grupo 45"/>
          <p:cNvGrpSpPr/>
          <p:nvPr/>
        </p:nvGrpSpPr>
        <p:grpSpPr>
          <a:xfrm>
            <a:off x="5986477" y="3660567"/>
            <a:ext cx="1166163" cy="78593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7" name="Rectángulo 4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Rectángulo 4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9" name="Conector recto 48"/>
          <p:cNvCxnSpPr/>
          <p:nvPr/>
        </p:nvCxnSpPr>
        <p:spPr>
          <a:xfrm flipH="1">
            <a:off x="5627226" y="3586479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V="1">
            <a:off x="5627226" y="3776860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/>
          <p:cNvCxnSpPr>
            <a:stCxn id="44" idx="0"/>
          </p:cNvCxnSpPr>
          <p:nvPr/>
        </p:nvCxnSpPr>
        <p:spPr>
          <a:xfrm flipH="1" flipV="1">
            <a:off x="5648221" y="2735671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upo 51"/>
          <p:cNvGrpSpPr/>
          <p:nvPr/>
        </p:nvGrpSpPr>
        <p:grpSpPr>
          <a:xfrm>
            <a:off x="6668187" y="2885406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3" name="Rectángulo 5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 5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Español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0" name="Conector recto 59"/>
          <p:cNvCxnSpPr>
            <a:stCxn id="53" idx="0"/>
          </p:cNvCxnSpPr>
          <p:nvPr/>
        </p:nvCxnSpPr>
        <p:spPr>
          <a:xfrm flipH="1" flipV="1">
            <a:off x="7376037" y="2733833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upo 61"/>
          <p:cNvGrpSpPr/>
          <p:nvPr/>
        </p:nvGrpSpPr>
        <p:grpSpPr>
          <a:xfrm>
            <a:off x="8319049" y="2878065"/>
            <a:ext cx="1305929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63" name="Rectángulo 6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4" name="Rectángulo 6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Centro de Idiomas</a:t>
              </a:r>
              <a:endParaRPr lang="es-E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65" name="Grupo 64"/>
          <p:cNvGrpSpPr/>
          <p:nvPr/>
        </p:nvGrpSpPr>
        <p:grpSpPr>
          <a:xfrm>
            <a:off x="8669215" y="3695964"/>
            <a:ext cx="1102746" cy="369260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66" name="Rectángulo 6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7" name="Rectángulo 6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Subdirector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9" name="Conector recto 68"/>
          <p:cNvCxnSpPr/>
          <p:nvPr/>
        </p:nvCxnSpPr>
        <p:spPr>
          <a:xfrm flipH="1" flipV="1">
            <a:off x="8972013" y="2710281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/>
          <p:cNvCxnSpPr/>
          <p:nvPr/>
        </p:nvCxnSpPr>
        <p:spPr>
          <a:xfrm flipH="1" flipV="1">
            <a:off x="8507468" y="3569796"/>
            <a:ext cx="0" cy="1068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/>
          <p:cNvCxnSpPr/>
          <p:nvPr/>
        </p:nvCxnSpPr>
        <p:spPr>
          <a:xfrm flipV="1">
            <a:off x="8507468" y="3981239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/>
          <p:cNvCxnSpPr/>
          <p:nvPr/>
        </p:nvCxnSpPr>
        <p:spPr>
          <a:xfrm flipV="1">
            <a:off x="8511433" y="4597089"/>
            <a:ext cx="1577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285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upo 154"/>
          <p:cNvGrpSpPr/>
          <p:nvPr/>
        </p:nvGrpSpPr>
        <p:grpSpPr>
          <a:xfrm>
            <a:off x="6081309" y="1651424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7" name="Rectángulo 15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Decano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8" name="Grupo 157"/>
          <p:cNvGrpSpPr/>
          <p:nvPr/>
        </p:nvGrpSpPr>
        <p:grpSpPr>
          <a:xfrm>
            <a:off x="692757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0" name="Rectángulo 1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Educación Inicial y Primaria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6" name="Grupo 175"/>
          <p:cNvGrpSpPr/>
          <p:nvPr/>
        </p:nvGrpSpPr>
        <p:grpSpPr>
          <a:xfrm>
            <a:off x="1738863" y="3651388"/>
            <a:ext cx="1198199" cy="71129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77" name="Rectángulo 17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8" name="Rectángulo 1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97" name="Conector recto 196"/>
          <p:cNvCxnSpPr/>
          <p:nvPr/>
        </p:nvCxnSpPr>
        <p:spPr>
          <a:xfrm flipH="1">
            <a:off x="1379612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/>
          <p:cNvCxnSpPr/>
          <p:nvPr/>
        </p:nvCxnSpPr>
        <p:spPr>
          <a:xfrm flipV="1">
            <a:off x="1379612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/>
          <p:cNvCxnSpPr/>
          <p:nvPr/>
        </p:nvCxnSpPr>
        <p:spPr>
          <a:xfrm flipV="1">
            <a:off x="1366090" y="2718054"/>
            <a:ext cx="8178800" cy="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/>
          <p:cNvCxnSpPr>
            <a:stCxn id="159" idx="0"/>
          </p:cNvCxnSpPr>
          <p:nvPr/>
        </p:nvCxnSpPr>
        <p:spPr>
          <a:xfrm flipH="1" flipV="1">
            <a:off x="1400607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/>
          <p:cNvCxnSpPr>
            <a:endCxn id="156" idx="2"/>
          </p:cNvCxnSpPr>
          <p:nvPr/>
        </p:nvCxnSpPr>
        <p:spPr>
          <a:xfrm flipV="1">
            <a:off x="6726197" y="2022107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uadroTexto 208"/>
          <p:cNvSpPr txBox="1"/>
          <p:nvPr/>
        </p:nvSpPr>
        <p:spPr>
          <a:xfrm>
            <a:off x="704797" y="551628"/>
            <a:ext cx="5161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Facultad de Ciencias de la Educación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1" name="Grupo 210"/>
          <p:cNvGrpSpPr/>
          <p:nvPr/>
        </p:nvGrpSpPr>
        <p:grpSpPr>
          <a:xfrm>
            <a:off x="7164311" y="2136294"/>
            <a:ext cx="1710743" cy="44543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2" name="Rectángulo 2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3" name="Rectángulo 2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Vicedecanos (3)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14" name="Conector recto 213"/>
          <p:cNvCxnSpPr/>
          <p:nvPr/>
        </p:nvCxnSpPr>
        <p:spPr>
          <a:xfrm>
            <a:off x="6709220" y="2341949"/>
            <a:ext cx="455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upo 216"/>
          <p:cNvGrpSpPr/>
          <p:nvPr/>
        </p:nvGrpSpPr>
        <p:grpSpPr>
          <a:xfrm>
            <a:off x="2859940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8" name="Rectángulo 2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9" name="Rectángulo 2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Educación Artística</a:t>
              </a:r>
            </a:p>
          </p:txBody>
        </p:sp>
      </p:grpSp>
      <p:grpSp>
        <p:nvGrpSpPr>
          <p:cNvPr id="220" name="Grupo 219"/>
          <p:cNvGrpSpPr/>
          <p:nvPr/>
        </p:nvGrpSpPr>
        <p:grpSpPr>
          <a:xfrm>
            <a:off x="3906046" y="3651388"/>
            <a:ext cx="1198197" cy="71129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1" name="Rectángulo 2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2" name="Rectángulo 2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23" name="Conector recto 222"/>
          <p:cNvCxnSpPr/>
          <p:nvPr/>
        </p:nvCxnSpPr>
        <p:spPr>
          <a:xfrm flipH="1">
            <a:off x="3546795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/>
          <p:cNvCxnSpPr/>
          <p:nvPr/>
        </p:nvCxnSpPr>
        <p:spPr>
          <a:xfrm flipV="1">
            <a:off x="3546795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recto 224"/>
          <p:cNvCxnSpPr>
            <a:stCxn id="218" idx="0"/>
          </p:cNvCxnSpPr>
          <p:nvPr/>
        </p:nvCxnSpPr>
        <p:spPr>
          <a:xfrm flipH="1" flipV="1">
            <a:off x="3567790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Grupo 225"/>
          <p:cNvGrpSpPr/>
          <p:nvPr/>
        </p:nvGrpSpPr>
        <p:grpSpPr>
          <a:xfrm>
            <a:off x="4699837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7" name="Rectángulo 2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8" name="Rectángulo 2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Educación Especial Logopedia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9" name="Grupo 228"/>
          <p:cNvGrpSpPr/>
          <p:nvPr/>
        </p:nvGrpSpPr>
        <p:grpSpPr>
          <a:xfrm>
            <a:off x="5745944" y="3651388"/>
            <a:ext cx="1198194" cy="79511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0" name="Rectángulo 22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1" name="Rectángulo 2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32" name="Conector recto 231"/>
          <p:cNvCxnSpPr/>
          <p:nvPr/>
        </p:nvCxnSpPr>
        <p:spPr>
          <a:xfrm flipH="1">
            <a:off x="5386693" y="3588514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cto 232"/>
          <p:cNvCxnSpPr/>
          <p:nvPr/>
        </p:nvCxnSpPr>
        <p:spPr>
          <a:xfrm flipV="1">
            <a:off x="5386693" y="3776860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233"/>
          <p:cNvCxnSpPr/>
          <p:nvPr/>
        </p:nvCxnSpPr>
        <p:spPr>
          <a:xfrm flipH="1" flipV="1">
            <a:off x="5132267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o 42"/>
          <p:cNvGrpSpPr/>
          <p:nvPr/>
        </p:nvGrpSpPr>
        <p:grpSpPr>
          <a:xfrm>
            <a:off x="7099677" y="2887244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4" name="Rectángulo 4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ectángulo 4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Educación Pedagogía-Psicología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6" name="Grupo 45"/>
          <p:cNvGrpSpPr/>
          <p:nvPr/>
        </p:nvGrpSpPr>
        <p:grpSpPr>
          <a:xfrm>
            <a:off x="7694092" y="3660567"/>
            <a:ext cx="1166163" cy="78593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7" name="Rectángulo 4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Rectángulo 4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9" name="Conector recto 48"/>
          <p:cNvCxnSpPr/>
          <p:nvPr/>
        </p:nvCxnSpPr>
        <p:spPr>
          <a:xfrm flipH="1">
            <a:off x="7332939" y="3586479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V="1">
            <a:off x="7334841" y="3776860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/>
          <p:cNvCxnSpPr/>
          <p:nvPr/>
        </p:nvCxnSpPr>
        <p:spPr>
          <a:xfrm flipH="1" flipV="1">
            <a:off x="7372163" y="2728647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upo 51"/>
          <p:cNvGrpSpPr/>
          <p:nvPr/>
        </p:nvGrpSpPr>
        <p:grpSpPr>
          <a:xfrm>
            <a:off x="8827493" y="2885406"/>
            <a:ext cx="1492655" cy="699641"/>
            <a:chOff x="525994" y="2228825"/>
            <a:chExt cx="937185" cy="456342"/>
          </a:xfrm>
          <a:solidFill>
            <a:schemeClr val="accent1"/>
          </a:solidFill>
        </p:grpSpPr>
        <p:sp>
          <p:nvSpPr>
            <p:cNvPr id="53" name="Rectángulo 5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 53"/>
            <p:cNvSpPr/>
            <p:nvPr/>
          </p:nvSpPr>
          <p:spPr>
            <a:xfrm>
              <a:off x="525994" y="2228825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Centro de Estudios de Ciencias de la Educación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0" name="Conector recto 59"/>
          <p:cNvCxnSpPr>
            <a:stCxn id="53" idx="0"/>
          </p:cNvCxnSpPr>
          <p:nvPr/>
        </p:nvCxnSpPr>
        <p:spPr>
          <a:xfrm flipH="1" flipV="1">
            <a:off x="9535343" y="2733833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592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upo 154"/>
          <p:cNvGrpSpPr/>
          <p:nvPr/>
        </p:nvGrpSpPr>
        <p:grpSpPr>
          <a:xfrm>
            <a:off x="6081309" y="1651424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7" name="Rectángulo 15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Decano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8" name="Grupo 157"/>
          <p:cNvGrpSpPr/>
          <p:nvPr/>
        </p:nvGrpSpPr>
        <p:grpSpPr>
          <a:xfrm>
            <a:off x="692757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0" name="Rectángulo 1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Física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6" name="Grupo 175"/>
          <p:cNvGrpSpPr/>
          <p:nvPr/>
        </p:nvGrpSpPr>
        <p:grpSpPr>
          <a:xfrm>
            <a:off x="1738863" y="3651388"/>
            <a:ext cx="1198199" cy="71129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77" name="Rectángulo 17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8" name="Rectángulo 1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97" name="Conector recto 196"/>
          <p:cNvCxnSpPr/>
          <p:nvPr/>
        </p:nvCxnSpPr>
        <p:spPr>
          <a:xfrm flipH="1">
            <a:off x="1379612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/>
          <p:cNvCxnSpPr/>
          <p:nvPr/>
        </p:nvCxnSpPr>
        <p:spPr>
          <a:xfrm flipV="1">
            <a:off x="1379612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/>
          <p:cNvCxnSpPr/>
          <p:nvPr/>
        </p:nvCxnSpPr>
        <p:spPr>
          <a:xfrm>
            <a:off x="1366090" y="2726494"/>
            <a:ext cx="9784288" cy="87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/>
          <p:cNvCxnSpPr>
            <a:stCxn id="159" idx="0"/>
          </p:cNvCxnSpPr>
          <p:nvPr/>
        </p:nvCxnSpPr>
        <p:spPr>
          <a:xfrm flipH="1" flipV="1">
            <a:off x="1400607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/>
          <p:cNvCxnSpPr>
            <a:endCxn id="156" idx="2"/>
          </p:cNvCxnSpPr>
          <p:nvPr/>
        </p:nvCxnSpPr>
        <p:spPr>
          <a:xfrm flipV="1">
            <a:off x="6726197" y="2022107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uadroTexto 208"/>
          <p:cNvSpPr txBox="1"/>
          <p:nvPr/>
        </p:nvSpPr>
        <p:spPr>
          <a:xfrm>
            <a:off x="704797" y="551628"/>
            <a:ext cx="6578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Facultad de Ciencias Naturales y Agropecuarias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1" name="Grupo 210"/>
          <p:cNvGrpSpPr/>
          <p:nvPr/>
        </p:nvGrpSpPr>
        <p:grpSpPr>
          <a:xfrm>
            <a:off x="7164311" y="2136294"/>
            <a:ext cx="1710743" cy="44543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2" name="Rectángulo 2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3" name="Rectángulo 2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Vicedecanos (3)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14" name="Conector recto 213"/>
          <p:cNvCxnSpPr/>
          <p:nvPr/>
        </p:nvCxnSpPr>
        <p:spPr>
          <a:xfrm>
            <a:off x="6709220" y="2341949"/>
            <a:ext cx="455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upo 216"/>
          <p:cNvGrpSpPr/>
          <p:nvPr/>
        </p:nvGrpSpPr>
        <p:grpSpPr>
          <a:xfrm>
            <a:off x="2859940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8" name="Rectángulo 2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9" name="Rectángulo 2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Química</a:t>
              </a:r>
            </a:p>
          </p:txBody>
        </p:sp>
      </p:grpSp>
      <p:grpSp>
        <p:nvGrpSpPr>
          <p:cNvPr id="220" name="Grupo 219"/>
          <p:cNvGrpSpPr/>
          <p:nvPr/>
        </p:nvGrpSpPr>
        <p:grpSpPr>
          <a:xfrm>
            <a:off x="3906046" y="3651388"/>
            <a:ext cx="1198197" cy="71129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1" name="Rectángulo 2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2" name="Rectángulo 2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23" name="Conector recto 222"/>
          <p:cNvCxnSpPr/>
          <p:nvPr/>
        </p:nvCxnSpPr>
        <p:spPr>
          <a:xfrm flipH="1">
            <a:off x="3546795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/>
          <p:cNvCxnSpPr/>
          <p:nvPr/>
        </p:nvCxnSpPr>
        <p:spPr>
          <a:xfrm flipV="1">
            <a:off x="3546795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recto 224"/>
          <p:cNvCxnSpPr>
            <a:stCxn id="218" idx="0"/>
          </p:cNvCxnSpPr>
          <p:nvPr/>
        </p:nvCxnSpPr>
        <p:spPr>
          <a:xfrm flipH="1" flipV="1">
            <a:off x="3567790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Grupo 225"/>
          <p:cNvGrpSpPr/>
          <p:nvPr/>
        </p:nvGrpSpPr>
        <p:grpSpPr>
          <a:xfrm>
            <a:off x="4699837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7" name="Rectángulo 2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8" name="Rectángulo 2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Biología - Geografía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9" name="Grupo 228"/>
          <p:cNvGrpSpPr/>
          <p:nvPr/>
        </p:nvGrpSpPr>
        <p:grpSpPr>
          <a:xfrm>
            <a:off x="5745944" y="3651388"/>
            <a:ext cx="1198194" cy="79511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0" name="Rectángulo 22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1" name="Rectángulo 2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32" name="Conector recto 231"/>
          <p:cNvCxnSpPr/>
          <p:nvPr/>
        </p:nvCxnSpPr>
        <p:spPr>
          <a:xfrm flipH="1">
            <a:off x="5386693" y="3588514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cto 232"/>
          <p:cNvCxnSpPr/>
          <p:nvPr/>
        </p:nvCxnSpPr>
        <p:spPr>
          <a:xfrm flipV="1">
            <a:off x="5386693" y="3776860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233"/>
          <p:cNvCxnSpPr/>
          <p:nvPr/>
        </p:nvCxnSpPr>
        <p:spPr>
          <a:xfrm flipH="1" flipV="1">
            <a:off x="5132267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o 42"/>
          <p:cNvGrpSpPr/>
          <p:nvPr/>
        </p:nvGrpSpPr>
        <p:grpSpPr>
          <a:xfrm>
            <a:off x="7099677" y="2887244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4" name="Rectángulo 4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ectángulo 4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Ciencias Agropecuarias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6" name="Grupo 45"/>
          <p:cNvGrpSpPr/>
          <p:nvPr/>
        </p:nvGrpSpPr>
        <p:grpSpPr>
          <a:xfrm>
            <a:off x="7694092" y="3660567"/>
            <a:ext cx="1166163" cy="78593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7" name="Rectángulo 4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Rectángulo 4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9" name="Conector recto 48"/>
          <p:cNvCxnSpPr/>
          <p:nvPr/>
        </p:nvCxnSpPr>
        <p:spPr>
          <a:xfrm flipH="1">
            <a:off x="7332939" y="3586479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V="1">
            <a:off x="7334841" y="3776860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/>
          <p:cNvCxnSpPr/>
          <p:nvPr/>
        </p:nvCxnSpPr>
        <p:spPr>
          <a:xfrm flipH="1" flipV="1">
            <a:off x="7372163" y="2728647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upo 51"/>
          <p:cNvGrpSpPr/>
          <p:nvPr/>
        </p:nvGrpSpPr>
        <p:grpSpPr>
          <a:xfrm>
            <a:off x="8761391" y="2885406"/>
            <a:ext cx="1615035" cy="699641"/>
            <a:chOff x="525994" y="2228825"/>
            <a:chExt cx="937185" cy="456342"/>
          </a:xfrm>
          <a:solidFill>
            <a:schemeClr val="accent1"/>
          </a:solidFill>
        </p:grpSpPr>
        <p:sp>
          <p:nvSpPr>
            <p:cNvPr id="53" name="Rectángulo 5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 53"/>
            <p:cNvSpPr/>
            <p:nvPr/>
          </p:nvSpPr>
          <p:spPr>
            <a:xfrm>
              <a:off x="525994" y="2228825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Centro de Estudios de </a:t>
              </a:r>
              <a:r>
                <a:rPr lang="es-ES" sz="14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Agroecosistemas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Áridos 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0" name="Conector recto 59"/>
          <p:cNvCxnSpPr>
            <a:stCxn id="53" idx="0"/>
          </p:cNvCxnSpPr>
          <p:nvPr/>
        </p:nvCxnSpPr>
        <p:spPr>
          <a:xfrm flipV="1">
            <a:off x="9568909" y="2726492"/>
            <a:ext cx="0" cy="158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upo 54"/>
          <p:cNvGrpSpPr/>
          <p:nvPr/>
        </p:nvGrpSpPr>
        <p:grpSpPr>
          <a:xfrm>
            <a:off x="10442528" y="2885404"/>
            <a:ext cx="1492655" cy="699641"/>
            <a:chOff x="525994" y="2228825"/>
            <a:chExt cx="937185" cy="456342"/>
          </a:xfrm>
          <a:solidFill>
            <a:schemeClr val="accent1"/>
          </a:solidFill>
        </p:grpSpPr>
        <p:sp>
          <p:nvSpPr>
            <p:cNvPr id="56" name="Rectángulo 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Rectángulo 56"/>
            <p:cNvSpPr/>
            <p:nvPr/>
          </p:nvSpPr>
          <p:spPr>
            <a:xfrm>
              <a:off x="525994" y="2228825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Centro de Estudios de Formación Laboral 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8" name="Conector recto 57"/>
          <p:cNvCxnSpPr>
            <a:stCxn id="56" idx="0"/>
          </p:cNvCxnSpPr>
          <p:nvPr/>
        </p:nvCxnSpPr>
        <p:spPr>
          <a:xfrm flipH="1" flipV="1">
            <a:off x="11150378" y="2733831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696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upo 154"/>
          <p:cNvGrpSpPr/>
          <p:nvPr/>
        </p:nvGrpSpPr>
        <p:grpSpPr>
          <a:xfrm>
            <a:off x="6081309" y="1651424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7" name="Rectángulo 15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Decano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8" name="Grupo 157"/>
          <p:cNvGrpSpPr/>
          <p:nvPr/>
        </p:nvGrpSpPr>
        <p:grpSpPr>
          <a:xfrm>
            <a:off x="692757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0" name="Rectángulo 1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Cultura Física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6" name="Grupo 175"/>
          <p:cNvGrpSpPr/>
          <p:nvPr/>
        </p:nvGrpSpPr>
        <p:grpSpPr>
          <a:xfrm>
            <a:off x="1738863" y="3651388"/>
            <a:ext cx="1198199" cy="71129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77" name="Rectángulo 17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8" name="Rectángulo 1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97" name="Conector recto 196"/>
          <p:cNvCxnSpPr/>
          <p:nvPr/>
        </p:nvCxnSpPr>
        <p:spPr>
          <a:xfrm flipH="1">
            <a:off x="1379612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/>
          <p:cNvCxnSpPr/>
          <p:nvPr/>
        </p:nvCxnSpPr>
        <p:spPr>
          <a:xfrm flipV="1">
            <a:off x="1379612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/>
          <p:cNvCxnSpPr/>
          <p:nvPr/>
        </p:nvCxnSpPr>
        <p:spPr>
          <a:xfrm>
            <a:off x="1366090" y="2726494"/>
            <a:ext cx="9165806" cy="200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/>
          <p:cNvCxnSpPr>
            <a:stCxn id="159" idx="0"/>
          </p:cNvCxnSpPr>
          <p:nvPr/>
        </p:nvCxnSpPr>
        <p:spPr>
          <a:xfrm flipH="1" flipV="1">
            <a:off x="1400607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/>
          <p:cNvCxnSpPr>
            <a:endCxn id="156" idx="2"/>
          </p:cNvCxnSpPr>
          <p:nvPr/>
        </p:nvCxnSpPr>
        <p:spPr>
          <a:xfrm flipV="1">
            <a:off x="6726197" y="2022107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uadroTexto 208"/>
          <p:cNvSpPr txBox="1"/>
          <p:nvPr/>
        </p:nvSpPr>
        <p:spPr>
          <a:xfrm>
            <a:off x="704797" y="551628"/>
            <a:ext cx="507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Facultad de Cultura Física y Deporte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1" name="Grupo 210"/>
          <p:cNvGrpSpPr/>
          <p:nvPr/>
        </p:nvGrpSpPr>
        <p:grpSpPr>
          <a:xfrm>
            <a:off x="7164311" y="2136294"/>
            <a:ext cx="1710743" cy="44543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2" name="Rectángulo 2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3" name="Rectángulo 2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Vicedecanos (3)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14" name="Conector recto 213"/>
          <p:cNvCxnSpPr/>
          <p:nvPr/>
        </p:nvCxnSpPr>
        <p:spPr>
          <a:xfrm>
            <a:off x="6709220" y="2341949"/>
            <a:ext cx="455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upo 216"/>
          <p:cNvGrpSpPr/>
          <p:nvPr/>
        </p:nvGrpSpPr>
        <p:grpSpPr>
          <a:xfrm>
            <a:off x="2859940" y="2878065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8" name="Rectángulo 21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9" name="Rectángulo 2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Deporte</a:t>
              </a:r>
            </a:p>
          </p:txBody>
        </p:sp>
      </p:grpSp>
      <p:grpSp>
        <p:nvGrpSpPr>
          <p:cNvPr id="220" name="Grupo 219"/>
          <p:cNvGrpSpPr/>
          <p:nvPr/>
        </p:nvGrpSpPr>
        <p:grpSpPr>
          <a:xfrm>
            <a:off x="3906046" y="3651388"/>
            <a:ext cx="1198197" cy="71129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1" name="Rectángulo 22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2" name="Rectángulo 2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23" name="Conector recto 222"/>
          <p:cNvCxnSpPr/>
          <p:nvPr/>
        </p:nvCxnSpPr>
        <p:spPr>
          <a:xfrm flipH="1">
            <a:off x="3546795" y="3577300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ector recto 223"/>
          <p:cNvCxnSpPr/>
          <p:nvPr/>
        </p:nvCxnSpPr>
        <p:spPr>
          <a:xfrm flipV="1">
            <a:off x="3546795" y="3767681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ector recto 224"/>
          <p:cNvCxnSpPr>
            <a:stCxn id="218" idx="0"/>
          </p:cNvCxnSpPr>
          <p:nvPr/>
        </p:nvCxnSpPr>
        <p:spPr>
          <a:xfrm flipH="1" flipV="1">
            <a:off x="3567790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Grupo 225"/>
          <p:cNvGrpSpPr/>
          <p:nvPr/>
        </p:nvGrpSpPr>
        <p:grpSpPr>
          <a:xfrm>
            <a:off x="4699837" y="2878065"/>
            <a:ext cx="1712988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7" name="Rectángulo 22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8" name="Rectángulo 22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Ciencias Aplicadas a la Cultura Física y el Deporte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29" name="Grupo 228"/>
          <p:cNvGrpSpPr/>
          <p:nvPr/>
        </p:nvGrpSpPr>
        <p:grpSpPr>
          <a:xfrm>
            <a:off x="5745944" y="3651388"/>
            <a:ext cx="1198194" cy="79511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30" name="Rectángulo 22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1" name="Rectángulo 2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32" name="Conector recto 231"/>
          <p:cNvCxnSpPr/>
          <p:nvPr/>
        </p:nvCxnSpPr>
        <p:spPr>
          <a:xfrm flipH="1">
            <a:off x="5386693" y="3588514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cto 232"/>
          <p:cNvCxnSpPr/>
          <p:nvPr/>
        </p:nvCxnSpPr>
        <p:spPr>
          <a:xfrm flipV="1">
            <a:off x="5386693" y="3776860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233"/>
          <p:cNvCxnSpPr/>
          <p:nvPr/>
        </p:nvCxnSpPr>
        <p:spPr>
          <a:xfrm flipH="1" flipV="1">
            <a:off x="5132267" y="2726492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o 42"/>
          <p:cNvGrpSpPr/>
          <p:nvPr/>
        </p:nvGrpSpPr>
        <p:grpSpPr>
          <a:xfrm>
            <a:off x="7099677" y="2887244"/>
            <a:ext cx="1492655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4" name="Rectángulo 4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ectángulo 4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Educación Física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6" name="Grupo 45"/>
          <p:cNvGrpSpPr/>
          <p:nvPr/>
        </p:nvGrpSpPr>
        <p:grpSpPr>
          <a:xfrm>
            <a:off x="7694092" y="3660567"/>
            <a:ext cx="1166163" cy="785932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7" name="Rectángulo 4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Rectángulo 4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9" name="Conector recto 48"/>
          <p:cNvCxnSpPr/>
          <p:nvPr/>
        </p:nvCxnSpPr>
        <p:spPr>
          <a:xfrm flipH="1">
            <a:off x="7332939" y="3586479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V="1">
            <a:off x="7334841" y="3776860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/>
          <p:cNvCxnSpPr/>
          <p:nvPr/>
        </p:nvCxnSpPr>
        <p:spPr>
          <a:xfrm flipH="1" flipV="1">
            <a:off x="7372163" y="2728647"/>
            <a:ext cx="0" cy="151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upo 51"/>
          <p:cNvGrpSpPr/>
          <p:nvPr/>
        </p:nvGrpSpPr>
        <p:grpSpPr>
          <a:xfrm>
            <a:off x="9279184" y="2886838"/>
            <a:ext cx="2060230" cy="699641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53" name="Rectángulo 5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 53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Centro de Estudios de la Actividad Física Terapéutica y Deportes de Combate </a:t>
              </a:r>
              <a:endParaRPr lang="es-ES" sz="1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0" name="Conector recto 59"/>
          <p:cNvCxnSpPr>
            <a:stCxn id="53" idx="0"/>
          </p:cNvCxnSpPr>
          <p:nvPr/>
        </p:nvCxnSpPr>
        <p:spPr>
          <a:xfrm flipV="1">
            <a:off x="10531897" y="2727923"/>
            <a:ext cx="0" cy="158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424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rupo 154"/>
          <p:cNvGrpSpPr/>
          <p:nvPr/>
        </p:nvGrpSpPr>
        <p:grpSpPr>
          <a:xfrm>
            <a:off x="4164374" y="1706509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6" name="Rectángulo 1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7" name="Rectángulo 15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Decano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58" name="Grupo 157"/>
          <p:cNvGrpSpPr/>
          <p:nvPr/>
        </p:nvGrpSpPr>
        <p:grpSpPr>
          <a:xfrm>
            <a:off x="2319804" y="2955074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59" name="Rectángulo 15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0" name="Rectángulo 15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Dpto. </a:t>
              </a:r>
              <a:r>
                <a:rPr lang="es-E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Ingeniería Industrial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6" name="Grupo 175"/>
          <p:cNvGrpSpPr/>
          <p:nvPr/>
        </p:nvGrpSpPr>
        <p:grpSpPr>
          <a:xfrm>
            <a:off x="3365910" y="3728396"/>
            <a:ext cx="1916935" cy="127326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77" name="Rectángulo 17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8" name="Rectángulo 17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97" name="Conector recto 196"/>
          <p:cNvCxnSpPr/>
          <p:nvPr/>
        </p:nvCxnSpPr>
        <p:spPr>
          <a:xfrm flipH="1">
            <a:off x="3006659" y="3654309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/>
          <p:cNvCxnSpPr/>
          <p:nvPr/>
        </p:nvCxnSpPr>
        <p:spPr>
          <a:xfrm flipV="1">
            <a:off x="3006659" y="3844690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/>
          <p:cNvCxnSpPr/>
          <p:nvPr/>
        </p:nvCxnSpPr>
        <p:spPr>
          <a:xfrm>
            <a:off x="3027654" y="2746681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/>
          <p:cNvCxnSpPr/>
          <p:nvPr/>
        </p:nvCxnSpPr>
        <p:spPr>
          <a:xfrm flipH="1" flipV="1">
            <a:off x="3027654" y="2748417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ector recto 207"/>
          <p:cNvCxnSpPr>
            <a:endCxn id="156" idx="2"/>
          </p:cNvCxnSpPr>
          <p:nvPr/>
        </p:nvCxnSpPr>
        <p:spPr>
          <a:xfrm flipV="1">
            <a:off x="4809262" y="2077192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uadroTexto 208"/>
          <p:cNvSpPr txBox="1"/>
          <p:nvPr/>
        </p:nvSpPr>
        <p:spPr>
          <a:xfrm>
            <a:off x="704797" y="551628"/>
            <a:ext cx="4578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Facultad de Ingeniería Industrial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11" name="Grupo 210"/>
          <p:cNvGrpSpPr/>
          <p:nvPr/>
        </p:nvGrpSpPr>
        <p:grpSpPr>
          <a:xfrm>
            <a:off x="5247376" y="2191379"/>
            <a:ext cx="1710743" cy="44543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12" name="Rectángulo 2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3" name="Rectángulo 21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Vicedecanos (2)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14" name="Conector recto 213"/>
          <p:cNvCxnSpPr/>
          <p:nvPr/>
        </p:nvCxnSpPr>
        <p:spPr>
          <a:xfrm>
            <a:off x="4792285" y="2397034"/>
            <a:ext cx="4550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upo 51"/>
          <p:cNvGrpSpPr/>
          <p:nvPr/>
        </p:nvGrpSpPr>
        <p:grpSpPr>
          <a:xfrm>
            <a:off x="5928004" y="3027935"/>
            <a:ext cx="2202444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53" name="Rectángulo 5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 53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Centro de Estudios de Gestión Organizacional 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0" name="Conector recto 59"/>
          <p:cNvCxnSpPr/>
          <p:nvPr/>
        </p:nvCxnSpPr>
        <p:spPr>
          <a:xfrm flipH="1" flipV="1">
            <a:off x="7197694" y="2794587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895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sz="8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CENTROS UNIVERSIRTARIOS MUNICIPALES</a:t>
            </a:r>
            <a:endParaRPr lang="es-ES" sz="8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479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2225406" y="1816678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" name="Rectángulo 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380836" y="3065243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8" name="Rectángulo 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ángulo 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1426942" y="3838565"/>
            <a:ext cx="1916935" cy="127326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1" name="Rectángulo 1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ángulo 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3" name="Conector recto 12"/>
          <p:cNvCxnSpPr/>
          <p:nvPr/>
        </p:nvCxnSpPr>
        <p:spPr>
          <a:xfrm flipH="1">
            <a:off x="1067691" y="3764478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1067691" y="3954859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1088686" y="2856850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 flipH="1" flipV="1">
            <a:off x="1088686" y="2858586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>
            <a:endCxn id="5" idx="2"/>
          </p:cNvCxnSpPr>
          <p:nvPr/>
        </p:nvCxnSpPr>
        <p:spPr>
          <a:xfrm flipV="1">
            <a:off x="2870294" y="2187361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o 21"/>
          <p:cNvGrpSpPr/>
          <p:nvPr/>
        </p:nvGrpSpPr>
        <p:grpSpPr>
          <a:xfrm>
            <a:off x="3989036" y="3138104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ángulo 23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5" name="Conector recto 24"/>
          <p:cNvCxnSpPr/>
          <p:nvPr/>
        </p:nvCxnSpPr>
        <p:spPr>
          <a:xfrm flipH="1" flipV="1">
            <a:off x="5258726" y="2904756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1542847" y="562644"/>
            <a:ext cx="2654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 de </a:t>
            </a:r>
            <a:r>
              <a:rPr lang="es-E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Báguanos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6" name="Grupo 45"/>
          <p:cNvGrpSpPr/>
          <p:nvPr/>
        </p:nvGrpSpPr>
        <p:grpSpPr>
          <a:xfrm>
            <a:off x="8099088" y="1816678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7" name="Rectángulo 4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Rectángulo 4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9" name="Grupo 48"/>
          <p:cNvGrpSpPr/>
          <p:nvPr/>
        </p:nvGrpSpPr>
        <p:grpSpPr>
          <a:xfrm>
            <a:off x="6254518" y="3065243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0" name="Rectángulo 4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ectángulo 5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2" name="Grupo 51"/>
          <p:cNvGrpSpPr/>
          <p:nvPr/>
        </p:nvGrpSpPr>
        <p:grpSpPr>
          <a:xfrm>
            <a:off x="7300624" y="3838565"/>
            <a:ext cx="1916935" cy="127326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3" name="Rectángulo 5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 5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5" name="Conector recto 54"/>
          <p:cNvCxnSpPr/>
          <p:nvPr/>
        </p:nvCxnSpPr>
        <p:spPr>
          <a:xfrm flipH="1">
            <a:off x="6941373" y="3764478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/>
          <p:cNvCxnSpPr/>
          <p:nvPr/>
        </p:nvCxnSpPr>
        <p:spPr>
          <a:xfrm flipV="1">
            <a:off x="6941373" y="3954859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/>
          <p:cNvCxnSpPr/>
          <p:nvPr/>
        </p:nvCxnSpPr>
        <p:spPr>
          <a:xfrm>
            <a:off x="6962368" y="2856850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/>
        </p:nvCxnSpPr>
        <p:spPr>
          <a:xfrm flipH="1" flipV="1">
            <a:off x="6962368" y="2858586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/>
          <p:cNvCxnSpPr>
            <a:endCxn id="47" idx="2"/>
          </p:cNvCxnSpPr>
          <p:nvPr/>
        </p:nvCxnSpPr>
        <p:spPr>
          <a:xfrm flipV="1">
            <a:off x="8743976" y="2187361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upo 59"/>
          <p:cNvGrpSpPr/>
          <p:nvPr/>
        </p:nvGrpSpPr>
        <p:grpSpPr>
          <a:xfrm>
            <a:off x="9862718" y="3138104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61" name="Rectángulo 6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2" name="Rectángulo 61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3" name="Conector recto 62"/>
          <p:cNvCxnSpPr/>
          <p:nvPr/>
        </p:nvCxnSpPr>
        <p:spPr>
          <a:xfrm flipH="1" flipV="1">
            <a:off x="11132408" y="2904756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7416529" y="562644"/>
            <a:ext cx="2148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 de Banes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757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2225406" y="1816678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" name="Rectángulo 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380836" y="3065243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8" name="Rectángulo 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ángulo 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1426942" y="3838565"/>
            <a:ext cx="1916935" cy="127326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1" name="Rectángulo 1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ángulo 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3" name="Conector recto 12"/>
          <p:cNvCxnSpPr/>
          <p:nvPr/>
        </p:nvCxnSpPr>
        <p:spPr>
          <a:xfrm flipH="1">
            <a:off x="1067691" y="3764478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1067691" y="3954859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1088686" y="2856850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 flipH="1" flipV="1">
            <a:off x="1088686" y="2858586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>
            <a:endCxn id="5" idx="2"/>
          </p:cNvCxnSpPr>
          <p:nvPr/>
        </p:nvCxnSpPr>
        <p:spPr>
          <a:xfrm flipV="1">
            <a:off x="2870294" y="2187361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o 21"/>
          <p:cNvGrpSpPr/>
          <p:nvPr/>
        </p:nvGrpSpPr>
        <p:grpSpPr>
          <a:xfrm>
            <a:off x="3989036" y="3138104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ángulo 23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5" name="Conector recto 24"/>
          <p:cNvCxnSpPr/>
          <p:nvPr/>
        </p:nvCxnSpPr>
        <p:spPr>
          <a:xfrm flipH="1" flipV="1">
            <a:off x="5258726" y="2904756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1542847" y="562644"/>
            <a:ext cx="3189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 de Calixto García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6" name="Grupo 45"/>
          <p:cNvGrpSpPr/>
          <p:nvPr/>
        </p:nvGrpSpPr>
        <p:grpSpPr>
          <a:xfrm>
            <a:off x="8099088" y="1816678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7" name="Rectángulo 4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Rectángulo 4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9" name="Grupo 48"/>
          <p:cNvGrpSpPr/>
          <p:nvPr/>
        </p:nvGrpSpPr>
        <p:grpSpPr>
          <a:xfrm>
            <a:off x="6254518" y="3065243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0" name="Rectángulo 4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ectángulo 5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52" name="Grupo 51"/>
          <p:cNvGrpSpPr/>
          <p:nvPr/>
        </p:nvGrpSpPr>
        <p:grpSpPr>
          <a:xfrm>
            <a:off x="7300624" y="3838565"/>
            <a:ext cx="1916935" cy="127326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3" name="Rectángulo 5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Rectángulo 5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5" name="Conector recto 54"/>
          <p:cNvCxnSpPr/>
          <p:nvPr/>
        </p:nvCxnSpPr>
        <p:spPr>
          <a:xfrm flipH="1">
            <a:off x="6941373" y="3764478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/>
          <p:cNvCxnSpPr/>
          <p:nvPr/>
        </p:nvCxnSpPr>
        <p:spPr>
          <a:xfrm flipV="1">
            <a:off x="6941373" y="3954859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/>
          <p:cNvCxnSpPr/>
          <p:nvPr/>
        </p:nvCxnSpPr>
        <p:spPr>
          <a:xfrm>
            <a:off x="6962368" y="2856850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/>
        </p:nvCxnSpPr>
        <p:spPr>
          <a:xfrm flipH="1" flipV="1">
            <a:off x="6962368" y="2858586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/>
          <p:cNvCxnSpPr>
            <a:endCxn id="47" idx="2"/>
          </p:cNvCxnSpPr>
          <p:nvPr/>
        </p:nvCxnSpPr>
        <p:spPr>
          <a:xfrm flipV="1">
            <a:off x="8743976" y="2187361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upo 59"/>
          <p:cNvGrpSpPr/>
          <p:nvPr/>
        </p:nvGrpSpPr>
        <p:grpSpPr>
          <a:xfrm>
            <a:off x="9862718" y="3138104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61" name="Rectángulo 6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2" name="Rectángulo 61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3" name="Conector recto 62"/>
          <p:cNvCxnSpPr/>
          <p:nvPr/>
        </p:nvCxnSpPr>
        <p:spPr>
          <a:xfrm flipH="1" flipV="1">
            <a:off x="11132408" y="2904756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7416529" y="562644"/>
            <a:ext cx="3793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 de </a:t>
            </a:r>
            <a:r>
              <a:rPr lang="es-E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Sagua</a:t>
            </a:r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s-E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Tánamo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72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2225406" y="1816678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" name="Rectángulo 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380836" y="3065243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8" name="Rectángulo 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ángulo 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1426942" y="3838565"/>
            <a:ext cx="1916935" cy="1273261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1" name="Rectángulo 1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ángulo 1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Segundo Jefe de 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3" name="Conector recto 12"/>
          <p:cNvCxnSpPr/>
          <p:nvPr/>
        </p:nvCxnSpPr>
        <p:spPr>
          <a:xfrm flipH="1">
            <a:off x="1067691" y="3764478"/>
            <a:ext cx="2" cy="190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1067691" y="3954859"/>
            <a:ext cx="3592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>
            <a:off x="1088686" y="2856850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 flipH="1" flipV="1">
            <a:off x="1088686" y="2858586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>
            <a:endCxn id="5" idx="2"/>
          </p:cNvCxnSpPr>
          <p:nvPr/>
        </p:nvCxnSpPr>
        <p:spPr>
          <a:xfrm flipV="1">
            <a:off x="2870294" y="2187361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o 21"/>
          <p:cNvGrpSpPr/>
          <p:nvPr/>
        </p:nvGrpSpPr>
        <p:grpSpPr>
          <a:xfrm>
            <a:off x="3989036" y="3138104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ángulo 23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5" name="Conector recto 24"/>
          <p:cNvCxnSpPr/>
          <p:nvPr/>
        </p:nvCxnSpPr>
        <p:spPr>
          <a:xfrm flipH="1" flipV="1">
            <a:off x="5258726" y="2904756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1542847" y="562644"/>
            <a:ext cx="3102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 de Urbano Noris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6" name="Grupo 45"/>
          <p:cNvGrpSpPr/>
          <p:nvPr/>
        </p:nvGrpSpPr>
        <p:grpSpPr>
          <a:xfrm>
            <a:off x="8099088" y="1816678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7" name="Rectángulo 4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Rectángulo 4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9" name="Grupo 48"/>
          <p:cNvGrpSpPr/>
          <p:nvPr/>
        </p:nvGrpSpPr>
        <p:grpSpPr>
          <a:xfrm>
            <a:off x="6254518" y="3065243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0" name="Rectángulo 4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ectángulo 5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7" name="Conector recto 56"/>
          <p:cNvCxnSpPr/>
          <p:nvPr/>
        </p:nvCxnSpPr>
        <p:spPr>
          <a:xfrm>
            <a:off x="6962368" y="2856850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/>
        </p:nvCxnSpPr>
        <p:spPr>
          <a:xfrm flipH="1" flipV="1">
            <a:off x="6962368" y="2858586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/>
          <p:cNvCxnSpPr>
            <a:endCxn id="47" idx="2"/>
          </p:cNvCxnSpPr>
          <p:nvPr/>
        </p:nvCxnSpPr>
        <p:spPr>
          <a:xfrm flipV="1">
            <a:off x="8743976" y="2187361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upo 59"/>
          <p:cNvGrpSpPr/>
          <p:nvPr/>
        </p:nvGrpSpPr>
        <p:grpSpPr>
          <a:xfrm>
            <a:off x="9862718" y="3138104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61" name="Rectángulo 6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2" name="Rectángulo 61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3" name="Conector recto 62"/>
          <p:cNvCxnSpPr/>
          <p:nvPr/>
        </p:nvCxnSpPr>
        <p:spPr>
          <a:xfrm flipH="1" flipV="1">
            <a:off x="11132408" y="2904756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7416529" y="562644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 de Cueto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036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2225406" y="1816678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" name="Rectángulo 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380836" y="3065243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8" name="Rectángulo 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ángulo 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5" name="Conector recto 14"/>
          <p:cNvCxnSpPr/>
          <p:nvPr/>
        </p:nvCxnSpPr>
        <p:spPr>
          <a:xfrm>
            <a:off x="1088686" y="2856850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 flipH="1" flipV="1">
            <a:off x="1088686" y="2858586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>
            <a:endCxn id="5" idx="2"/>
          </p:cNvCxnSpPr>
          <p:nvPr/>
        </p:nvCxnSpPr>
        <p:spPr>
          <a:xfrm flipV="1">
            <a:off x="2870294" y="2187361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o 21"/>
          <p:cNvGrpSpPr/>
          <p:nvPr/>
        </p:nvGrpSpPr>
        <p:grpSpPr>
          <a:xfrm>
            <a:off x="3989036" y="3138104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ángulo 23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5" name="Conector recto 24"/>
          <p:cNvCxnSpPr/>
          <p:nvPr/>
        </p:nvCxnSpPr>
        <p:spPr>
          <a:xfrm flipH="1" flipV="1">
            <a:off x="5258726" y="2904756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1542847" y="562644"/>
            <a:ext cx="2714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 de Frank País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6" name="Grupo 45"/>
          <p:cNvGrpSpPr/>
          <p:nvPr/>
        </p:nvGrpSpPr>
        <p:grpSpPr>
          <a:xfrm>
            <a:off x="8099088" y="1816678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7" name="Rectángulo 4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Rectángulo 4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9" name="Grupo 48"/>
          <p:cNvGrpSpPr/>
          <p:nvPr/>
        </p:nvGrpSpPr>
        <p:grpSpPr>
          <a:xfrm>
            <a:off x="6254518" y="3065243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0" name="Rectángulo 4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ectángulo 5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7" name="Conector recto 56"/>
          <p:cNvCxnSpPr/>
          <p:nvPr/>
        </p:nvCxnSpPr>
        <p:spPr>
          <a:xfrm>
            <a:off x="6962368" y="2856850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/>
        </p:nvCxnSpPr>
        <p:spPr>
          <a:xfrm flipH="1" flipV="1">
            <a:off x="6962368" y="2858586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/>
          <p:cNvCxnSpPr>
            <a:endCxn id="47" idx="2"/>
          </p:cNvCxnSpPr>
          <p:nvPr/>
        </p:nvCxnSpPr>
        <p:spPr>
          <a:xfrm flipV="1">
            <a:off x="8743976" y="2187361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upo 59"/>
          <p:cNvGrpSpPr/>
          <p:nvPr/>
        </p:nvGrpSpPr>
        <p:grpSpPr>
          <a:xfrm>
            <a:off x="9862718" y="3138104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61" name="Rectángulo 6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2" name="Rectángulo 61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3" name="Conector recto 62"/>
          <p:cNvCxnSpPr/>
          <p:nvPr/>
        </p:nvCxnSpPr>
        <p:spPr>
          <a:xfrm flipH="1" flipV="1">
            <a:off x="11132408" y="2904756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7416529" y="562644"/>
            <a:ext cx="3123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 de Rafael Freyre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026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2225406" y="1816678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" name="Rectángulo 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380836" y="3065243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8" name="Rectángulo 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ángulo 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5" name="Conector recto 14"/>
          <p:cNvCxnSpPr/>
          <p:nvPr/>
        </p:nvCxnSpPr>
        <p:spPr>
          <a:xfrm>
            <a:off x="1088686" y="2856850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/>
          <p:nvPr/>
        </p:nvCxnSpPr>
        <p:spPr>
          <a:xfrm flipH="1" flipV="1">
            <a:off x="1088686" y="2858586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/>
          <p:cNvCxnSpPr>
            <a:endCxn id="5" idx="2"/>
          </p:cNvCxnSpPr>
          <p:nvPr/>
        </p:nvCxnSpPr>
        <p:spPr>
          <a:xfrm flipV="1">
            <a:off x="2870294" y="2187361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o 21"/>
          <p:cNvGrpSpPr/>
          <p:nvPr/>
        </p:nvGrpSpPr>
        <p:grpSpPr>
          <a:xfrm>
            <a:off x="3989036" y="3138104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ángulo 23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5" name="Conector recto 24"/>
          <p:cNvCxnSpPr/>
          <p:nvPr/>
        </p:nvCxnSpPr>
        <p:spPr>
          <a:xfrm flipH="1" flipV="1">
            <a:off x="5258726" y="2904756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1542847" y="562644"/>
            <a:ext cx="2207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 de Gibara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0" name="Grupo 29"/>
          <p:cNvGrpSpPr/>
          <p:nvPr/>
        </p:nvGrpSpPr>
        <p:grpSpPr>
          <a:xfrm>
            <a:off x="3297364" y="2252818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31" name="Rectángulo 3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Rectángulo 3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Subirector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33" name="Conector recto 32"/>
          <p:cNvCxnSpPr>
            <a:stCxn id="32" idx="1"/>
          </p:cNvCxnSpPr>
          <p:nvPr/>
        </p:nvCxnSpPr>
        <p:spPr>
          <a:xfrm flipH="1" flipV="1">
            <a:off x="2879052" y="2438159"/>
            <a:ext cx="41831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upo 35"/>
          <p:cNvGrpSpPr/>
          <p:nvPr/>
        </p:nvGrpSpPr>
        <p:grpSpPr>
          <a:xfrm>
            <a:off x="8126283" y="1816677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37" name="Rectángulo 3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ectángulo 3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6281713" y="3065242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40" name="Rectángulo 3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1" name="Rectángulo 40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42" name="Conector recto 41"/>
          <p:cNvCxnSpPr/>
          <p:nvPr/>
        </p:nvCxnSpPr>
        <p:spPr>
          <a:xfrm>
            <a:off x="6989563" y="2856849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/>
          <p:cNvCxnSpPr/>
          <p:nvPr/>
        </p:nvCxnSpPr>
        <p:spPr>
          <a:xfrm flipH="1" flipV="1">
            <a:off x="6989563" y="2858585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/>
          <p:cNvCxnSpPr>
            <a:endCxn id="37" idx="2"/>
          </p:cNvCxnSpPr>
          <p:nvPr/>
        </p:nvCxnSpPr>
        <p:spPr>
          <a:xfrm flipV="1">
            <a:off x="8771171" y="2187360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upo 44"/>
          <p:cNvGrpSpPr/>
          <p:nvPr/>
        </p:nvGrpSpPr>
        <p:grpSpPr>
          <a:xfrm>
            <a:off x="9889913" y="3138103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52" name="Rectángulo 5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3" name="Rectángulo 52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4" name="Conector recto 53"/>
          <p:cNvCxnSpPr/>
          <p:nvPr/>
        </p:nvCxnSpPr>
        <p:spPr>
          <a:xfrm flipH="1" flipV="1">
            <a:off x="11159603" y="2904755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upo 54"/>
          <p:cNvGrpSpPr/>
          <p:nvPr/>
        </p:nvGrpSpPr>
        <p:grpSpPr>
          <a:xfrm>
            <a:off x="9198241" y="2252817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6" name="Rectángulo 5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5" name="Rectángulo 6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err="1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Subirector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66" name="Conector recto 65"/>
          <p:cNvCxnSpPr>
            <a:stCxn id="65" idx="1"/>
          </p:cNvCxnSpPr>
          <p:nvPr/>
        </p:nvCxnSpPr>
        <p:spPr>
          <a:xfrm flipH="1" flipV="1">
            <a:off x="8779929" y="2438158"/>
            <a:ext cx="41831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/>
          <p:cNvSpPr txBox="1"/>
          <p:nvPr/>
        </p:nvSpPr>
        <p:spPr>
          <a:xfrm>
            <a:off x="7746345" y="562643"/>
            <a:ext cx="2220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CUM de Mayarí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224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" sz="8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FILIALES UNIVERSIRTARIAS MUNICIPALES</a:t>
            </a:r>
            <a:endParaRPr lang="es-ES" sz="8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319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2172013" y="1706509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5" name="Rectángulo 4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ángulo 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327443" y="2955074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8" name="Rectángulo 7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ángulo 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0" name="Conector recto 9"/>
          <p:cNvCxnSpPr/>
          <p:nvPr/>
        </p:nvCxnSpPr>
        <p:spPr>
          <a:xfrm>
            <a:off x="1035293" y="2746681"/>
            <a:ext cx="4153063" cy="47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 flipH="1" flipV="1">
            <a:off x="1035293" y="2748417"/>
            <a:ext cx="0" cy="2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/>
          <p:cNvCxnSpPr>
            <a:endCxn id="5" idx="2"/>
          </p:cNvCxnSpPr>
          <p:nvPr/>
        </p:nvCxnSpPr>
        <p:spPr>
          <a:xfrm flipV="1">
            <a:off x="2816901" y="2077192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o 12"/>
          <p:cNvGrpSpPr/>
          <p:nvPr/>
        </p:nvGrpSpPr>
        <p:grpSpPr>
          <a:xfrm>
            <a:off x="3935643" y="3027935"/>
            <a:ext cx="1827870" cy="816756"/>
            <a:chOff x="267653" y="2228826"/>
            <a:chExt cx="1195526" cy="456342"/>
          </a:xfrm>
          <a:solidFill>
            <a:schemeClr val="accent1"/>
          </a:solidFill>
        </p:grpSpPr>
        <p:sp>
          <p:nvSpPr>
            <p:cNvPr id="14" name="Rectángulo 1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ectángulo 14"/>
            <p:cNvSpPr/>
            <p:nvPr/>
          </p:nvSpPr>
          <p:spPr>
            <a:xfrm>
              <a:off x="267653" y="2228827"/>
              <a:ext cx="1195526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6" name="Conector recto 15"/>
          <p:cNvCxnSpPr/>
          <p:nvPr/>
        </p:nvCxnSpPr>
        <p:spPr>
          <a:xfrm flipH="1" flipV="1">
            <a:off x="5205333" y="2794587"/>
            <a:ext cx="0" cy="233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1489454" y="452475"/>
            <a:ext cx="2536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FUM de </a:t>
            </a:r>
            <a:r>
              <a:rPr lang="es-E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Cacocum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8" name="Grupo 17"/>
          <p:cNvGrpSpPr/>
          <p:nvPr/>
        </p:nvGrpSpPr>
        <p:grpSpPr>
          <a:xfrm>
            <a:off x="8258189" y="1678991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19" name="Rectángulo 18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Rectángulo 19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7618959" y="2758607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22" name="Rectángulo 21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ectángulo 2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Departamento Docente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26" name="Conector recto 25"/>
          <p:cNvCxnSpPr>
            <a:endCxn id="19" idx="2"/>
          </p:cNvCxnSpPr>
          <p:nvPr/>
        </p:nvCxnSpPr>
        <p:spPr>
          <a:xfrm flipV="1">
            <a:off x="8903077" y="2049674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/>
          <p:cNvSpPr txBox="1"/>
          <p:nvPr/>
        </p:nvSpPr>
        <p:spPr>
          <a:xfrm>
            <a:off x="7575630" y="424957"/>
            <a:ext cx="1874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FUM de </a:t>
            </a:r>
            <a:r>
              <a:rPr lang="es-E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Moa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2" name="Grupo 31"/>
          <p:cNvGrpSpPr/>
          <p:nvPr/>
        </p:nvGrpSpPr>
        <p:grpSpPr>
          <a:xfrm>
            <a:off x="5844563" y="4743663"/>
            <a:ext cx="1290854" cy="370683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33" name="Rectángulo 32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Rectángulo 33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kern="1200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Director</a:t>
              </a:r>
              <a:endParaRPr lang="es-ES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5205333" y="5823279"/>
            <a:ext cx="2568236" cy="699639"/>
            <a:chOff x="525994" y="2228826"/>
            <a:chExt cx="937185" cy="456341"/>
          </a:xfrm>
          <a:solidFill>
            <a:schemeClr val="accent1"/>
          </a:solidFill>
        </p:grpSpPr>
        <p:sp>
          <p:nvSpPr>
            <p:cNvPr id="36" name="Rectángulo 35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Rectángulo 36"/>
            <p:cNvSpPr/>
            <p:nvPr/>
          </p:nvSpPr>
          <p:spPr>
            <a:xfrm>
              <a:off x="525994" y="2228826"/>
              <a:ext cx="937185" cy="45634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S" dirty="0" smtClean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Grupo de Administración</a:t>
              </a:r>
              <a:endPara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38" name="Conector recto 37"/>
          <p:cNvCxnSpPr>
            <a:endCxn id="33" idx="2"/>
          </p:cNvCxnSpPr>
          <p:nvPr/>
        </p:nvCxnSpPr>
        <p:spPr>
          <a:xfrm flipV="1">
            <a:off x="6489451" y="5114346"/>
            <a:ext cx="539" cy="717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/>
          <p:cNvSpPr txBox="1"/>
          <p:nvPr/>
        </p:nvSpPr>
        <p:spPr>
          <a:xfrm>
            <a:off x="5418677" y="4096656"/>
            <a:ext cx="2141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FUM de </a:t>
            </a:r>
            <a:r>
              <a:rPr lang="es-ES" sz="2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Antilla</a:t>
            </a:r>
            <a:endParaRPr lang="es-E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1945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1153</Words>
  <Application>Microsoft Office PowerPoint</Application>
  <PresentationFormat>Panorámica</PresentationFormat>
  <Paragraphs>324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Tahoma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Pepe</dc:creator>
  <cp:lastModifiedBy>Pepe</cp:lastModifiedBy>
  <cp:revision>45</cp:revision>
  <dcterms:created xsi:type="dcterms:W3CDTF">2021-10-04T13:11:25Z</dcterms:created>
  <dcterms:modified xsi:type="dcterms:W3CDTF">2021-10-05T17:19:08Z</dcterms:modified>
</cp:coreProperties>
</file>